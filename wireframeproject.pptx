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2" r:id="rId5"/>
    <p:sldId id="264" r:id="rId6"/>
    <p:sldId id="265" r:id="rId7"/>
    <p:sldId id="259" r:id="rId8"/>
    <p:sldId id="260" r:id="rId9"/>
    <p:sldId id="263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2CC1B4B-12AC-4C66-BBE9-D3FA867AEFD8}" v="25" dt="2022-03-14T17:20:31.24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10" autoAdjust="0"/>
    <p:restoredTop sz="94660"/>
  </p:normalViewPr>
  <p:slideViewPr>
    <p:cSldViewPr snapToGrid="0">
      <p:cViewPr varScale="1">
        <p:scale>
          <a:sx n="84" d="100"/>
          <a:sy n="84" d="100"/>
        </p:scale>
        <p:origin x="108" y="4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gela Noble" userId="00ae0252cece9ef4" providerId="LiveId" clId="{F2CC1B4B-12AC-4C66-BBE9-D3FA867AEFD8}"/>
    <pc:docChg chg="undo custSel addSld delSld modSld sldOrd">
      <pc:chgData name="Angela Noble" userId="00ae0252cece9ef4" providerId="LiveId" clId="{F2CC1B4B-12AC-4C66-BBE9-D3FA867AEFD8}" dt="2022-03-14T17:20:42.369" v="1048" actId="1076"/>
      <pc:docMkLst>
        <pc:docMk/>
      </pc:docMkLst>
      <pc:sldChg chg="addSp delSp modSp mod">
        <pc:chgData name="Angela Noble" userId="00ae0252cece9ef4" providerId="LiveId" clId="{F2CC1B4B-12AC-4C66-BBE9-D3FA867AEFD8}" dt="2022-03-13T22:37:36.812" v="405" actId="20577"/>
        <pc:sldMkLst>
          <pc:docMk/>
          <pc:sldMk cId="2415504122" sldId="256"/>
        </pc:sldMkLst>
        <pc:spChg chg="add del mod ord">
          <ac:chgData name="Angela Noble" userId="00ae0252cece9ef4" providerId="LiveId" clId="{F2CC1B4B-12AC-4C66-BBE9-D3FA867AEFD8}" dt="2022-03-09T20:23:05.229" v="135" actId="11529"/>
          <ac:spMkLst>
            <pc:docMk/>
            <pc:sldMk cId="2415504122" sldId="256"/>
            <ac:spMk id="2" creationId="{4A1874F0-83B1-442D-ADD7-6D6EB8FA0D0E}"/>
          </ac:spMkLst>
        </pc:spChg>
        <pc:spChg chg="add mod ord">
          <ac:chgData name="Angela Noble" userId="00ae0252cece9ef4" providerId="LiveId" clId="{F2CC1B4B-12AC-4C66-BBE9-D3FA867AEFD8}" dt="2022-03-09T20:23:57.818" v="151" actId="1076"/>
          <ac:spMkLst>
            <pc:docMk/>
            <pc:sldMk cId="2415504122" sldId="256"/>
            <ac:spMk id="3" creationId="{94B6C81B-B7EC-4442-9F8A-686E51BD32D8}"/>
          </ac:spMkLst>
        </pc:spChg>
        <pc:spChg chg="add mod">
          <ac:chgData name="Angela Noble" userId="00ae0252cece9ef4" providerId="LiveId" clId="{F2CC1B4B-12AC-4C66-BBE9-D3FA867AEFD8}" dt="2022-03-09T20:25:05.024" v="203" actId="20577"/>
          <ac:spMkLst>
            <pc:docMk/>
            <pc:sldMk cId="2415504122" sldId="256"/>
            <ac:spMk id="4" creationId="{79A9B5C3-F340-4EE5-BDCF-24B5FF1E123B}"/>
          </ac:spMkLst>
        </pc:spChg>
        <pc:spChg chg="mod">
          <ac:chgData name="Angela Noble" userId="00ae0252cece9ef4" providerId="LiveId" clId="{F2CC1B4B-12AC-4C66-BBE9-D3FA867AEFD8}" dt="2022-03-09T19:01:15.798" v="115" actId="14100"/>
          <ac:spMkLst>
            <pc:docMk/>
            <pc:sldMk cId="2415504122" sldId="256"/>
            <ac:spMk id="5" creationId="{72806BD3-90BA-4EB9-BAC6-5D833CC9C963}"/>
          </ac:spMkLst>
        </pc:spChg>
        <pc:spChg chg="mod">
          <ac:chgData name="Angela Noble" userId="00ae0252cece9ef4" providerId="LiveId" clId="{F2CC1B4B-12AC-4C66-BBE9-D3FA867AEFD8}" dt="2022-03-09T19:01:25.516" v="117" actId="14100"/>
          <ac:spMkLst>
            <pc:docMk/>
            <pc:sldMk cId="2415504122" sldId="256"/>
            <ac:spMk id="7" creationId="{25FAFBF6-E8EB-4D3B-BDC0-123886D5F63E}"/>
          </ac:spMkLst>
        </pc:spChg>
        <pc:spChg chg="mod">
          <ac:chgData name="Angela Noble" userId="00ae0252cece9ef4" providerId="LiveId" clId="{F2CC1B4B-12AC-4C66-BBE9-D3FA867AEFD8}" dt="2022-03-13T22:37:36.812" v="405" actId="20577"/>
          <ac:spMkLst>
            <pc:docMk/>
            <pc:sldMk cId="2415504122" sldId="256"/>
            <ac:spMk id="8" creationId="{B0A1738D-94EE-4FC3-8F31-0487CAC833F4}"/>
          </ac:spMkLst>
        </pc:spChg>
        <pc:spChg chg="mod ord">
          <ac:chgData name="Angela Noble" userId="00ae0252cece9ef4" providerId="LiveId" clId="{F2CC1B4B-12AC-4C66-BBE9-D3FA867AEFD8}" dt="2022-03-09T20:24:10.444" v="153" actId="1076"/>
          <ac:spMkLst>
            <pc:docMk/>
            <pc:sldMk cId="2415504122" sldId="256"/>
            <ac:spMk id="10" creationId="{3C98EDC4-B334-4ED1-9F33-76A7966EC258}"/>
          </ac:spMkLst>
        </pc:spChg>
        <pc:spChg chg="mod">
          <ac:chgData name="Angela Noble" userId="00ae0252cece9ef4" providerId="LiveId" clId="{F2CC1B4B-12AC-4C66-BBE9-D3FA867AEFD8}" dt="2022-03-09T19:01:09.393" v="114" actId="20577"/>
          <ac:spMkLst>
            <pc:docMk/>
            <pc:sldMk cId="2415504122" sldId="256"/>
            <ac:spMk id="21" creationId="{8F0F6953-8FB2-41AD-AEE7-0BF5220D3599}"/>
          </ac:spMkLst>
        </pc:spChg>
        <pc:spChg chg="add del mod">
          <ac:chgData name="Angela Noble" userId="00ae0252cece9ef4" providerId="LiveId" clId="{F2CC1B4B-12AC-4C66-BBE9-D3FA867AEFD8}" dt="2022-03-09T20:25:31.329" v="206" actId="478"/>
          <ac:spMkLst>
            <pc:docMk/>
            <pc:sldMk cId="2415504122" sldId="256"/>
            <ac:spMk id="24" creationId="{CEDC6035-D446-4F9C-A5DC-CBDB79F4A23E}"/>
          </ac:spMkLst>
        </pc:spChg>
      </pc:sldChg>
      <pc:sldChg chg="addSp delSp modSp mod">
        <pc:chgData name="Angela Noble" userId="00ae0252cece9ef4" providerId="LiveId" clId="{F2CC1B4B-12AC-4C66-BBE9-D3FA867AEFD8}" dt="2022-03-14T17:15:09.917" v="734" actId="20577"/>
        <pc:sldMkLst>
          <pc:docMk/>
          <pc:sldMk cId="3187449387" sldId="257"/>
        </pc:sldMkLst>
        <pc:spChg chg="add mod">
          <ac:chgData name="Angela Noble" userId="00ae0252cece9ef4" providerId="LiveId" clId="{F2CC1B4B-12AC-4C66-BBE9-D3FA867AEFD8}" dt="2022-03-09T18:56:31.833" v="21" actId="207"/>
          <ac:spMkLst>
            <pc:docMk/>
            <pc:sldMk cId="3187449387" sldId="257"/>
            <ac:spMk id="2" creationId="{BD78C8A0-017A-44BB-9CD4-9D24A9882ACF}"/>
          </ac:spMkLst>
        </pc:spChg>
        <pc:spChg chg="add del mod">
          <ac:chgData name="Angela Noble" userId="00ae0252cece9ef4" providerId="LiveId" clId="{F2CC1B4B-12AC-4C66-BBE9-D3FA867AEFD8}" dt="2022-03-09T20:22:05.251" v="121" actId="478"/>
          <ac:spMkLst>
            <pc:docMk/>
            <pc:sldMk cId="3187449387" sldId="257"/>
            <ac:spMk id="3" creationId="{6182AEB3-2EB9-4CC6-8E97-8D4A98AB3BD7}"/>
          </ac:spMkLst>
        </pc:spChg>
        <pc:spChg chg="add mod">
          <ac:chgData name="Angela Noble" userId="00ae0252cece9ef4" providerId="LiveId" clId="{F2CC1B4B-12AC-4C66-BBE9-D3FA867AEFD8}" dt="2022-03-13T23:11:03.259" v="577" actId="20577"/>
          <ac:spMkLst>
            <pc:docMk/>
            <pc:sldMk cId="3187449387" sldId="257"/>
            <ac:spMk id="3" creationId="{9A8A5D03-B5B3-4F66-B0E4-47E38BD80F30}"/>
          </ac:spMkLst>
        </pc:spChg>
        <pc:spChg chg="add del mod">
          <ac:chgData name="Angela Noble" userId="00ae0252cece9ef4" providerId="LiveId" clId="{F2CC1B4B-12AC-4C66-BBE9-D3FA867AEFD8}" dt="2022-03-13T23:14:25.716" v="602" actId="21"/>
          <ac:spMkLst>
            <pc:docMk/>
            <pc:sldMk cId="3187449387" sldId="257"/>
            <ac:spMk id="4" creationId="{245E26D4-D0C4-4CFD-A658-7702D322D234}"/>
          </ac:spMkLst>
        </pc:spChg>
        <pc:spChg chg="mod">
          <ac:chgData name="Angela Noble" userId="00ae0252cece9ef4" providerId="LiveId" clId="{F2CC1B4B-12AC-4C66-BBE9-D3FA867AEFD8}" dt="2022-03-14T17:15:09.917" v="734" actId="20577"/>
          <ac:spMkLst>
            <pc:docMk/>
            <pc:sldMk cId="3187449387" sldId="257"/>
            <ac:spMk id="6" creationId="{E8401358-A7AF-4045-ADFE-73CB242D223C}"/>
          </ac:spMkLst>
        </pc:spChg>
        <pc:spChg chg="add mod">
          <ac:chgData name="Angela Noble" userId="00ae0252cece9ef4" providerId="LiveId" clId="{F2CC1B4B-12AC-4C66-BBE9-D3FA867AEFD8}" dt="2022-03-13T22:38:05.229" v="426" actId="20577"/>
          <ac:spMkLst>
            <pc:docMk/>
            <pc:sldMk cId="3187449387" sldId="257"/>
            <ac:spMk id="12" creationId="{B29B82BF-5E65-42B5-95AD-DD9385869759}"/>
          </ac:spMkLst>
        </pc:spChg>
        <pc:spChg chg="add del mod">
          <ac:chgData name="Angela Noble" userId="00ae0252cece9ef4" providerId="LiveId" clId="{F2CC1B4B-12AC-4C66-BBE9-D3FA867AEFD8}" dt="2022-03-09T20:29:46.024" v="359" actId="21"/>
          <ac:spMkLst>
            <pc:docMk/>
            <pc:sldMk cId="3187449387" sldId="257"/>
            <ac:spMk id="13" creationId="{25057596-BA9B-4A05-BF70-96773239BBD0}"/>
          </ac:spMkLst>
        </pc:spChg>
        <pc:spChg chg="add mod ord">
          <ac:chgData name="Angela Noble" userId="00ae0252cece9ef4" providerId="LiveId" clId="{F2CC1B4B-12AC-4C66-BBE9-D3FA867AEFD8}" dt="2022-03-13T23:11:07.092" v="578" actId="1076"/>
          <ac:spMkLst>
            <pc:docMk/>
            <pc:sldMk cId="3187449387" sldId="257"/>
            <ac:spMk id="13" creationId="{36058FAE-CD93-45F2-A9C5-DA1373EC2D3E}"/>
          </ac:spMkLst>
        </pc:spChg>
        <pc:spChg chg="add del mod">
          <ac:chgData name="Angela Noble" userId="00ae0252cece9ef4" providerId="LiveId" clId="{F2CC1B4B-12AC-4C66-BBE9-D3FA867AEFD8}" dt="2022-03-09T20:29:53.497" v="361" actId="21"/>
          <ac:spMkLst>
            <pc:docMk/>
            <pc:sldMk cId="3187449387" sldId="257"/>
            <ac:spMk id="14" creationId="{370EC913-F050-40B8-8E54-266D4D93DF24}"/>
          </ac:spMkLst>
        </pc:spChg>
        <pc:spChg chg="add mod">
          <ac:chgData name="Angela Noble" userId="00ae0252cece9ef4" providerId="LiveId" clId="{F2CC1B4B-12AC-4C66-BBE9-D3FA867AEFD8}" dt="2022-03-13T23:25:34.958" v="677" actId="14100"/>
          <ac:spMkLst>
            <pc:docMk/>
            <pc:sldMk cId="3187449387" sldId="257"/>
            <ac:spMk id="14" creationId="{BB2789A2-399C-4F6B-8E78-5B09CA53ECFE}"/>
          </ac:spMkLst>
        </pc:spChg>
        <pc:spChg chg="add mod">
          <ac:chgData name="Angela Noble" userId="00ae0252cece9ef4" providerId="LiveId" clId="{F2CC1B4B-12AC-4C66-BBE9-D3FA867AEFD8}" dt="2022-03-13T23:25:16.754" v="676" actId="20577"/>
          <ac:spMkLst>
            <pc:docMk/>
            <pc:sldMk cId="3187449387" sldId="257"/>
            <ac:spMk id="15" creationId="{67DC2016-EBEA-468B-AB41-43FE925132E4}"/>
          </ac:spMkLst>
        </pc:spChg>
        <pc:spChg chg="add del mod">
          <ac:chgData name="Angela Noble" userId="00ae0252cece9ef4" providerId="LiveId" clId="{F2CC1B4B-12AC-4C66-BBE9-D3FA867AEFD8}" dt="2022-03-09T20:30:07.320" v="368" actId="21"/>
          <ac:spMkLst>
            <pc:docMk/>
            <pc:sldMk cId="3187449387" sldId="257"/>
            <ac:spMk id="15" creationId="{C0E8AF47-F3B5-4B73-891B-C4C290F2612F}"/>
          </ac:spMkLst>
        </pc:spChg>
        <pc:spChg chg="add del mod">
          <ac:chgData name="Angela Noble" userId="00ae0252cece9ef4" providerId="LiveId" clId="{F2CC1B4B-12AC-4C66-BBE9-D3FA867AEFD8}" dt="2022-03-09T20:29:54.667" v="362" actId="21"/>
          <ac:spMkLst>
            <pc:docMk/>
            <pc:sldMk cId="3187449387" sldId="257"/>
            <ac:spMk id="16" creationId="{9AC36FD2-D4D7-44AB-AC10-F7088FDFDBAE}"/>
          </ac:spMkLst>
        </pc:spChg>
        <pc:spChg chg="add del">
          <ac:chgData name="Angela Noble" userId="00ae0252cece9ef4" providerId="LiveId" clId="{F2CC1B4B-12AC-4C66-BBE9-D3FA867AEFD8}" dt="2022-03-09T20:27:53.906" v="293" actId="478"/>
          <ac:spMkLst>
            <pc:docMk/>
            <pc:sldMk cId="3187449387" sldId="257"/>
            <ac:spMk id="17" creationId="{E6D8BD29-C9E5-4F46-8E0F-7F63D034BE0F}"/>
          </ac:spMkLst>
        </pc:spChg>
        <pc:spChg chg="add del mod">
          <ac:chgData name="Angela Noble" userId="00ae0252cece9ef4" providerId="LiveId" clId="{F2CC1B4B-12AC-4C66-BBE9-D3FA867AEFD8}" dt="2022-03-09T20:29:58.880" v="364" actId="21"/>
          <ac:spMkLst>
            <pc:docMk/>
            <pc:sldMk cId="3187449387" sldId="257"/>
            <ac:spMk id="18" creationId="{AB5101EC-177B-4917-B7DC-0B227DA7B2D0}"/>
          </ac:spMkLst>
        </pc:spChg>
        <pc:spChg chg="add del mod">
          <ac:chgData name="Angela Noble" userId="00ae0252cece9ef4" providerId="LiveId" clId="{F2CC1B4B-12AC-4C66-BBE9-D3FA867AEFD8}" dt="2022-03-09T20:30:02.845" v="366" actId="21"/>
          <ac:spMkLst>
            <pc:docMk/>
            <pc:sldMk cId="3187449387" sldId="257"/>
            <ac:spMk id="19" creationId="{1259C6E5-7BC7-4941-97C8-7BCD67C9F4AF}"/>
          </ac:spMkLst>
        </pc:spChg>
      </pc:sldChg>
      <pc:sldChg chg="addSp delSp modSp add del mod">
        <pc:chgData name="Angela Noble" userId="00ae0252cece9ef4" providerId="LiveId" clId="{F2CC1B4B-12AC-4C66-BBE9-D3FA867AEFD8}" dt="2022-03-14T17:19:01.195" v="980" actId="20577"/>
        <pc:sldMkLst>
          <pc:docMk/>
          <pc:sldMk cId="3292433102" sldId="258"/>
        </pc:sldMkLst>
        <pc:spChg chg="add mod">
          <ac:chgData name="Angela Noble" userId="00ae0252cece9ef4" providerId="LiveId" clId="{F2CC1B4B-12AC-4C66-BBE9-D3FA867AEFD8}" dt="2022-03-14T17:19:01.195" v="980" actId="20577"/>
          <ac:spMkLst>
            <pc:docMk/>
            <pc:sldMk cId="3292433102" sldId="258"/>
            <ac:spMk id="2" creationId="{24966D2D-9AAC-46A1-B42D-C1411C8D505B}"/>
          </ac:spMkLst>
        </pc:spChg>
        <pc:spChg chg="add del mod">
          <ac:chgData name="Angela Noble" userId="00ae0252cece9ef4" providerId="LiveId" clId="{F2CC1B4B-12AC-4C66-BBE9-D3FA867AEFD8}" dt="2022-03-09T18:56:50.329" v="24" actId="478"/>
          <ac:spMkLst>
            <pc:docMk/>
            <pc:sldMk cId="3292433102" sldId="258"/>
            <ac:spMk id="11" creationId="{2DF64B19-956D-49E0-9003-C042B11D2D09}"/>
          </ac:spMkLst>
        </pc:spChg>
        <pc:spChg chg="add del mod">
          <ac:chgData name="Angela Noble" userId="00ae0252cece9ef4" providerId="LiveId" clId="{F2CC1B4B-12AC-4C66-BBE9-D3FA867AEFD8}" dt="2022-03-13T23:15:05.291" v="613"/>
          <ac:spMkLst>
            <pc:docMk/>
            <pc:sldMk cId="3292433102" sldId="258"/>
            <ac:spMk id="11" creationId="{4C5B4142-70DC-4409-82FA-FE97E1BA60D7}"/>
          </ac:spMkLst>
        </pc:spChg>
        <pc:spChg chg="mod">
          <ac:chgData name="Angela Noble" userId="00ae0252cece9ef4" providerId="LiveId" clId="{F2CC1B4B-12AC-4C66-BBE9-D3FA867AEFD8}" dt="2022-03-14T17:14:59.723" v="729" actId="20577"/>
          <ac:spMkLst>
            <pc:docMk/>
            <pc:sldMk cId="3292433102" sldId="258"/>
            <ac:spMk id="12" creationId="{2A6B50D6-AD41-44FC-AC02-E69693BFB8D2}"/>
          </ac:spMkLst>
        </pc:spChg>
        <pc:spChg chg="mod">
          <ac:chgData name="Angela Noble" userId="00ae0252cece9ef4" providerId="LiveId" clId="{F2CC1B4B-12AC-4C66-BBE9-D3FA867AEFD8}" dt="2022-03-14T17:16:21.458" v="828" actId="20577"/>
          <ac:spMkLst>
            <pc:docMk/>
            <pc:sldMk cId="3292433102" sldId="258"/>
            <ac:spMk id="13" creationId="{D96A37FC-D632-4299-8D63-4964ADA00325}"/>
          </ac:spMkLst>
        </pc:spChg>
        <pc:spChg chg="add mod">
          <ac:chgData name="Angela Noble" userId="00ae0252cece9ef4" providerId="LiveId" clId="{F2CC1B4B-12AC-4C66-BBE9-D3FA867AEFD8}" dt="2022-03-09T18:57:00.604" v="25"/>
          <ac:spMkLst>
            <pc:docMk/>
            <pc:sldMk cId="3292433102" sldId="258"/>
            <ac:spMk id="14" creationId="{D886C222-A98C-41AC-B33A-C13102137937}"/>
          </ac:spMkLst>
        </pc:spChg>
        <pc:spChg chg="add mod">
          <ac:chgData name="Angela Noble" userId="00ae0252cece9ef4" providerId="LiveId" clId="{F2CC1B4B-12AC-4C66-BBE9-D3FA867AEFD8}" dt="2022-03-14T17:14:40.776" v="707" actId="20577"/>
          <ac:spMkLst>
            <pc:docMk/>
            <pc:sldMk cId="3292433102" sldId="258"/>
            <ac:spMk id="15" creationId="{60E5CC78-BB3B-4E6F-BC16-AE2E401DA4BA}"/>
          </ac:spMkLst>
        </pc:spChg>
      </pc:sldChg>
      <pc:sldChg chg="addSp delSp modSp new mod">
        <pc:chgData name="Angela Noble" userId="00ae0252cece9ef4" providerId="LiveId" clId="{F2CC1B4B-12AC-4C66-BBE9-D3FA867AEFD8}" dt="2022-03-13T23:15:08.933" v="615" actId="21"/>
        <pc:sldMkLst>
          <pc:docMk/>
          <pc:sldMk cId="1268148622" sldId="259"/>
        </pc:sldMkLst>
        <pc:spChg chg="del">
          <ac:chgData name="Angela Noble" userId="00ae0252cece9ef4" providerId="LiveId" clId="{F2CC1B4B-12AC-4C66-BBE9-D3FA867AEFD8}" dt="2022-03-09T18:53:54.944" v="3" actId="478"/>
          <ac:spMkLst>
            <pc:docMk/>
            <pc:sldMk cId="1268148622" sldId="259"/>
            <ac:spMk id="2" creationId="{77FDE8AD-8217-45B0-887C-69A2F638F57E}"/>
          </ac:spMkLst>
        </pc:spChg>
        <pc:spChg chg="add del mod">
          <ac:chgData name="Angela Noble" userId="00ae0252cece9ef4" providerId="LiveId" clId="{F2CC1B4B-12AC-4C66-BBE9-D3FA867AEFD8}" dt="2022-03-13T23:14:17.212" v="600"/>
          <ac:spMkLst>
            <pc:docMk/>
            <pc:sldMk cId="1268148622" sldId="259"/>
            <ac:spMk id="3" creationId="{00CDD81D-F6BB-4A4D-9DDB-030822F79323}"/>
          </ac:spMkLst>
        </pc:spChg>
        <pc:spChg chg="del">
          <ac:chgData name="Angela Noble" userId="00ae0252cece9ef4" providerId="LiveId" clId="{F2CC1B4B-12AC-4C66-BBE9-D3FA867AEFD8}" dt="2022-03-09T18:53:51.786" v="2" actId="478"/>
          <ac:spMkLst>
            <pc:docMk/>
            <pc:sldMk cId="1268148622" sldId="259"/>
            <ac:spMk id="3" creationId="{7EFBEB81-779A-4861-A2B7-E2403864AB50}"/>
          </ac:spMkLst>
        </pc:spChg>
        <pc:spChg chg="add mod">
          <ac:chgData name="Angela Noble" userId="00ae0252cece9ef4" providerId="LiveId" clId="{F2CC1B4B-12AC-4C66-BBE9-D3FA867AEFD8}" dt="2022-03-13T23:14:50.491" v="610" actId="1076"/>
          <ac:spMkLst>
            <pc:docMk/>
            <pc:sldMk cId="1268148622" sldId="259"/>
            <ac:spMk id="4" creationId="{511736B7-74E5-40A6-BE8B-365ED125F505}"/>
          </ac:spMkLst>
        </pc:spChg>
        <pc:spChg chg="add del mod">
          <ac:chgData name="Angela Noble" userId="00ae0252cece9ef4" providerId="LiveId" clId="{F2CC1B4B-12AC-4C66-BBE9-D3FA867AEFD8}" dt="2022-03-13T23:15:08.933" v="615" actId="21"/>
          <ac:spMkLst>
            <pc:docMk/>
            <pc:sldMk cId="1268148622" sldId="259"/>
            <ac:spMk id="5" creationId="{18B26273-078E-48F6-A9AA-E362FE1C6F70}"/>
          </ac:spMkLst>
        </pc:spChg>
        <pc:spChg chg="add mod">
          <ac:chgData name="Angela Noble" userId="00ae0252cece9ef4" providerId="LiveId" clId="{F2CC1B4B-12AC-4C66-BBE9-D3FA867AEFD8}" dt="2022-03-13T23:14:58.847" v="611" actId="1076"/>
          <ac:spMkLst>
            <pc:docMk/>
            <pc:sldMk cId="1268148622" sldId="259"/>
            <ac:spMk id="6" creationId="{A8AF8A8C-0F9D-4B5E-AABA-E4415370A07B}"/>
          </ac:spMkLst>
        </pc:spChg>
      </pc:sldChg>
      <pc:sldChg chg="addSp delSp modSp new mod ord">
        <pc:chgData name="Angela Noble" userId="00ae0252cece9ef4" providerId="LiveId" clId="{F2CC1B4B-12AC-4C66-BBE9-D3FA867AEFD8}" dt="2022-03-09T20:30:08.599" v="369"/>
        <pc:sldMkLst>
          <pc:docMk/>
          <pc:sldMk cId="2698511642" sldId="260"/>
        </pc:sldMkLst>
        <pc:spChg chg="del">
          <ac:chgData name="Angela Noble" userId="00ae0252cece9ef4" providerId="LiveId" clId="{F2CC1B4B-12AC-4C66-BBE9-D3FA867AEFD8}" dt="2022-03-09T20:29:41.510" v="357" actId="478"/>
          <ac:spMkLst>
            <pc:docMk/>
            <pc:sldMk cId="2698511642" sldId="260"/>
            <ac:spMk id="2" creationId="{D0BAC226-2531-4C2F-8289-F879C658373F}"/>
          </ac:spMkLst>
        </pc:spChg>
        <pc:spChg chg="del">
          <ac:chgData name="Angela Noble" userId="00ae0252cece9ef4" providerId="LiveId" clId="{F2CC1B4B-12AC-4C66-BBE9-D3FA867AEFD8}" dt="2022-03-09T20:29:39.871" v="356" actId="478"/>
          <ac:spMkLst>
            <pc:docMk/>
            <pc:sldMk cId="2698511642" sldId="260"/>
            <ac:spMk id="3" creationId="{DBBF8564-6374-4788-AEAC-BA996015EB18}"/>
          </ac:spMkLst>
        </pc:spChg>
        <pc:spChg chg="add mod">
          <ac:chgData name="Angela Noble" userId="00ae0252cece9ef4" providerId="LiveId" clId="{F2CC1B4B-12AC-4C66-BBE9-D3FA867AEFD8}" dt="2022-03-09T20:29:30.416" v="355" actId="20577"/>
          <ac:spMkLst>
            <pc:docMk/>
            <pc:sldMk cId="2698511642" sldId="260"/>
            <ac:spMk id="4" creationId="{F31150BC-B7F2-4F8C-8A6C-60BA57BB9702}"/>
          </ac:spMkLst>
        </pc:spChg>
        <pc:spChg chg="add mod">
          <ac:chgData name="Angela Noble" userId="00ae0252cece9ef4" providerId="LiveId" clId="{F2CC1B4B-12AC-4C66-BBE9-D3FA867AEFD8}" dt="2022-03-09T20:29:42.700" v="358"/>
          <ac:spMkLst>
            <pc:docMk/>
            <pc:sldMk cId="2698511642" sldId="260"/>
            <ac:spMk id="5" creationId="{60EBCFCF-4234-4516-8D53-A25762F691F7}"/>
          </ac:spMkLst>
        </pc:spChg>
        <pc:spChg chg="add mod">
          <ac:chgData name="Angela Noble" userId="00ae0252cece9ef4" providerId="LiveId" clId="{F2CC1B4B-12AC-4C66-BBE9-D3FA867AEFD8}" dt="2022-03-09T20:29:50.312" v="360"/>
          <ac:spMkLst>
            <pc:docMk/>
            <pc:sldMk cId="2698511642" sldId="260"/>
            <ac:spMk id="6" creationId="{B9F7F01F-ACBE-450F-B3FA-3AA1680C14BD}"/>
          </ac:spMkLst>
        </pc:spChg>
        <pc:spChg chg="add mod">
          <ac:chgData name="Angela Noble" userId="00ae0252cece9ef4" providerId="LiveId" clId="{F2CC1B4B-12AC-4C66-BBE9-D3FA867AEFD8}" dt="2022-03-09T20:29:56.663" v="363"/>
          <ac:spMkLst>
            <pc:docMk/>
            <pc:sldMk cId="2698511642" sldId="260"/>
            <ac:spMk id="7" creationId="{3E58D397-B869-4A3C-9583-58F49121F2EB}"/>
          </ac:spMkLst>
        </pc:spChg>
        <pc:spChg chg="add mod">
          <ac:chgData name="Angela Noble" userId="00ae0252cece9ef4" providerId="LiveId" clId="{F2CC1B4B-12AC-4C66-BBE9-D3FA867AEFD8}" dt="2022-03-09T20:30:00.532" v="365"/>
          <ac:spMkLst>
            <pc:docMk/>
            <pc:sldMk cId="2698511642" sldId="260"/>
            <ac:spMk id="8" creationId="{E2180D9F-4AEE-4B15-AC3E-F3DB383A7345}"/>
          </ac:spMkLst>
        </pc:spChg>
        <pc:spChg chg="add mod">
          <ac:chgData name="Angela Noble" userId="00ae0252cece9ef4" providerId="LiveId" clId="{F2CC1B4B-12AC-4C66-BBE9-D3FA867AEFD8}" dt="2022-03-09T20:30:04.370" v="367"/>
          <ac:spMkLst>
            <pc:docMk/>
            <pc:sldMk cId="2698511642" sldId="260"/>
            <ac:spMk id="9" creationId="{28ED14DB-DC62-448B-8F80-22A86E87ECD3}"/>
          </ac:spMkLst>
        </pc:spChg>
        <pc:spChg chg="add mod">
          <ac:chgData name="Angela Noble" userId="00ae0252cece9ef4" providerId="LiveId" clId="{F2CC1B4B-12AC-4C66-BBE9-D3FA867AEFD8}" dt="2022-03-09T20:30:08.599" v="369"/>
          <ac:spMkLst>
            <pc:docMk/>
            <pc:sldMk cId="2698511642" sldId="260"/>
            <ac:spMk id="10" creationId="{B00D70BD-3140-4AE8-BF45-EF9D3E36F8AE}"/>
          </ac:spMkLst>
        </pc:spChg>
      </pc:sldChg>
      <pc:sldChg chg="new del">
        <pc:chgData name="Angela Noble" userId="00ae0252cece9ef4" providerId="LiveId" clId="{F2CC1B4B-12AC-4C66-BBE9-D3FA867AEFD8}" dt="2022-03-13T23:16:02.903" v="631" actId="47"/>
        <pc:sldMkLst>
          <pc:docMk/>
          <pc:sldMk cId="4001599471" sldId="261"/>
        </pc:sldMkLst>
      </pc:sldChg>
      <pc:sldChg chg="addSp modSp add mod">
        <pc:chgData name="Angela Noble" userId="00ae0252cece9ef4" providerId="LiveId" clId="{F2CC1B4B-12AC-4C66-BBE9-D3FA867AEFD8}" dt="2022-03-14T17:19:15.146" v="996" actId="20577"/>
        <pc:sldMkLst>
          <pc:docMk/>
          <pc:sldMk cId="1312034860" sldId="262"/>
        </pc:sldMkLst>
        <pc:spChg chg="add mod">
          <ac:chgData name="Angela Noble" userId="00ae0252cece9ef4" providerId="LiveId" clId="{F2CC1B4B-12AC-4C66-BBE9-D3FA867AEFD8}" dt="2022-03-14T17:19:15.146" v="996" actId="20577"/>
          <ac:spMkLst>
            <pc:docMk/>
            <pc:sldMk cId="1312034860" sldId="262"/>
            <ac:spMk id="2" creationId="{DAE60707-AE11-4EC8-BC20-E28C183FD87B}"/>
          </ac:spMkLst>
        </pc:spChg>
        <pc:spChg chg="mod">
          <ac:chgData name="Angela Noble" userId="00ae0252cece9ef4" providerId="LiveId" clId="{F2CC1B4B-12AC-4C66-BBE9-D3FA867AEFD8}" dt="2022-03-14T17:14:54.333" v="724" actId="20577"/>
          <ac:spMkLst>
            <pc:docMk/>
            <pc:sldMk cId="1312034860" sldId="262"/>
            <ac:spMk id="12" creationId="{2A6B50D6-AD41-44FC-AC02-E69693BFB8D2}"/>
          </ac:spMkLst>
        </pc:spChg>
        <pc:spChg chg="mod">
          <ac:chgData name="Angela Noble" userId="00ae0252cece9ef4" providerId="LiveId" clId="{F2CC1B4B-12AC-4C66-BBE9-D3FA867AEFD8}" dt="2022-03-14T17:16:48.154" v="890" actId="20577"/>
          <ac:spMkLst>
            <pc:docMk/>
            <pc:sldMk cId="1312034860" sldId="262"/>
            <ac:spMk id="13" creationId="{D96A37FC-D632-4299-8D63-4964ADA00325}"/>
          </ac:spMkLst>
        </pc:spChg>
        <pc:spChg chg="mod">
          <ac:chgData name="Angela Noble" userId="00ae0252cece9ef4" providerId="LiveId" clId="{F2CC1B4B-12AC-4C66-BBE9-D3FA867AEFD8}" dt="2022-03-14T17:16:27.850" v="833" actId="20577"/>
          <ac:spMkLst>
            <pc:docMk/>
            <pc:sldMk cId="1312034860" sldId="262"/>
            <ac:spMk id="15" creationId="{60E5CC78-BB3B-4E6F-BC16-AE2E401DA4BA}"/>
          </ac:spMkLst>
        </pc:spChg>
      </pc:sldChg>
      <pc:sldChg chg="new ord">
        <pc:chgData name="Angela Noble" userId="00ae0252cece9ef4" providerId="LiveId" clId="{F2CC1B4B-12AC-4C66-BBE9-D3FA867AEFD8}" dt="2022-03-14T17:17:11.592" v="894"/>
        <pc:sldMkLst>
          <pc:docMk/>
          <pc:sldMk cId="122120395" sldId="263"/>
        </pc:sldMkLst>
      </pc:sldChg>
      <pc:sldChg chg="addSp delSp modSp add mod">
        <pc:chgData name="Angela Noble" userId="00ae0252cece9ef4" providerId="LiveId" clId="{F2CC1B4B-12AC-4C66-BBE9-D3FA867AEFD8}" dt="2022-03-14T17:20:42.369" v="1048" actId="1076"/>
        <pc:sldMkLst>
          <pc:docMk/>
          <pc:sldMk cId="3145161220" sldId="264"/>
        </pc:sldMkLst>
        <pc:spChg chg="add mod">
          <ac:chgData name="Angela Noble" userId="00ae0252cece9ef4" providerId="LiveId" clId="{F2CC1B4B-12AC-4C66-BBE9-D3FA867AEFD8}" dt="2022-03-14T17:18:16.984" v="931" actId="20577"/>
          <ac:spMkLst>
            <pc:docMk/>
            <pc:sldMk cId="3145161220" sldId="264"/>
            <ac:spMk id="2" creationId="{07288A71-D0CE-4856-9078-92D64399EE90}"/>
          </ac:spMkLst>
        </pc:spChg>
        <pc:spChg chg="add mod">
          <ac:chgData name="Angela Noble" userId="00ae0252cece9ef4" providerId="LiveId" clId="{F2CC1B4B-12AC-4C66-BBE9-D3FA867AEFD8}" dt="2022-03-14T17:18:23.154" v="942" actId="20577"/>
          <ac:spMkLst>
            <pc:docMk/>
            <pc:sldMk cId="3145161220" sldId="264"/>
            <ac:spMk id="3" creationId="{45389B79-2FF5-402E-8C66-33442D539BA3}"/>
          </ac:spMkLst>
        </pc:spChg>
        <pc:spChg chg="add mod">
          <ac:chgData name="Angela Noble" userId="00ae0252cece9ef4" providerId="LiveId" clId="{F2CC1B4B-12AC-4C66-BBE9-D3FA867AEFD8}" dt="2022-03-14T17:18:27.840" v="946" actId="20577"/>
          <ac:spMkLst>
            <pc:docMk/>
            <pc:sldMk cId="3145161220" sldId="264"/>
            <ac:spMk id="5" creationId="{1680478E-199F-43B8-9DCF-CBA6F3F93858}"/>
          </ac:spMkLst>
        </pc:spChg>
        <pc:spChg chg="add mod">
          <ac:chgData name="Angela Noble" userId="00ae0252cece9ef4" providerId="LiveId" clId="{F2CC1B4B-12AC-4C66-BBE9-D3FA867AEFD8}" dt="2022-03-14T17:20:42.369" v="1048" actId="1076"/>
          <ac:spMkLst>
            <pc:docMk/>
            <pc:sldMk cId="3145161220" sldId="264"/>
            <ac:spMk id="11" creationId="{905131C8-B6C9-4781-9EA2-D9964F92F90F}"/>
          </ac:spMkLst>
        </pc:spChg>
        <pc:spChg chg="del mod">
          <ac:chgData name="Angela Noble" userId="00ae0252cece9ef4" providerId="LiveId" clId="{F2CC1B4B-12AC-4C66-BBE9-D3FA867AEFD8}" dt="2022-03-14T17:17:28.893" v="902" actId="478"/>
          <ac:spMkLst>
            <pc:docMk/>
            <pc:sldMk cId="3145161220" sldId="264"/>
            <ac:spMk id="13" creationId="{D96A37FC-D632-4299-8D63-4964ADA00325}"/>
          </ac:spMkLst>
        </pc:spChg>
        <pc:spChg chg="mod">
          <ac:chgData name="Angela Noble" userId="00ae0252cece9ef4" providerId="LiveId" clId="{F2CC1B4B-12AC-4C66-BBE9-D3FA867AEFD8}" dt="2022-03-14T17:19:34.397" v="1011" actId="20577"/>
          <ac:spMkLst>
            <pc:docMk/>
            <pc:sldMk cId="3145161220" sldId="264"/>
            <ac:spMk id="15" creationId="{60E5CC78-BB3B-4E6F-BC16-AE2E401DA4BA}"/>
          </ac:spMkLst>
        </pc:spChg>
        <pc:spChg chg="add mod">
          <ac:chgData name="Angela Noble" userId="00ae0252cece9ef4" providerId="LiveId" clId="{F2CC1B4B-12AC-4C66-BBE9-D3FA867AEFD8}" dt="2022-03-14T17:20:40.501" v="1047" actId="1076"/>
          <ac:spMkLst>
            <pc:docMk/>
            <pc:sldMk cId="3145161220" sldId="264"/>
            <ac:spMk id="16" creationId="{1CF50505-6CB8-4C40-B95B-C86952317571}"/>
          </ac:spMkLst>
        </pc:spChg>
      </pc:sldChg>
      <pc:sldChg chg="addSp modSp add mod">
        <pc:chgData name="Angela Noble" userId="00ae0252cece9ef4" providerId="LiveId" clId="{F2CC1B4B-12AC-4C66-BBE9-D3FA867AEFD8}" dt="2022-03-14T17:20:21.652" v="1043" actId="20577"/>
        <pc:sldMkLst>
          <pc:docMk/>
          <pc:sldMk cId="1155430760" sldId="265"/>
        </pc:sldMkLst>
        <pc:spChg chg="mod">
          <ac:chgData name="Angela Noble" userId="00ae0252cece9ef4" providerId="LiveId" clId="{F2CC1B4B-12AC-4C66-BBE9-D3FA867AEFD8}" dt="2022-03-14T17:20:00.679" v="1024" actId="20577"/>
          <ac:spMkLst>
            <pc:docMk/>
            <pc:sldMk cId="1155430760" sldId="265"/>
            <ac:spMk id="5" creationId="{1680478E-199F-43B8-9DCF-CBA6F3F93858}"/>
          </ac:spMkLst>
        </pc:spChg>
        <pc:spChg chg="mod">
          <ac:chgData name="Angela Noble" userId="00ae0252cece9ef4" providerId="LiveId" clId="{F2CC1B4B-12AC-4C66-BBE9-D3FA867AEFD8}" dt="2022-03-14T17:19:50.360" v="1017" actId="1076"/>
          <ac:spMkLst>
            <pc:docMk/>
            <pc:sldMk cId="1155430760" sldId="265"/>
            <ac:spMk id="11" creationId="{905131C8-B6C9-4781-9EA2-D9964F92F90F}"/>
          </ac:spMkLst>
        </pc:spChg>
        <pc:spChg chg="add mod">
          <ac:chgData name="Angela Noble" userId="00ae0252cece9ef4" providerId="LiveId" clId="{F2CC1B4B-12AC-4C66-BBE9-D3FA867AEFD8}" dt="2022-03-14T17:20:21.652" v="1043" actId="20577"/>
          <ac:spMkLst>
            <pc:docMk/>
            <pc:sldMk cId="1155430760" sldId="265"/>
            <ac:spMk id="13" creationId="{0C08DC54-F7DA-4B74-9C4F-2E39F48C9450}"/>
          </ac:spMkLst>
        </pc:spChg>
        <pc:spChg chg="mod">
          <ac:chgData name="Angela Noble" userId="00ae0252cece9ef4" providerId="LiveId" clId="{F2CC1B4B-12AC-4C66-BBE9-D3FA867AEFD8}" dt="2022-03-14T17:19:38.262" v="1016" actId="20577"/>
          <ac:spMkLst>
            <pc:docMk/>
            <pc:sldMk cId="1155430760" sldId="265"/>
            <ac:spMk id="15" creationId="{60E5CC78-BB3B-4E6F-BC16-AE2E401DA4BA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04CCCE-6643-426C-8221-CBE11DA0E4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0174F7A-4FA9-4135-89CD-E7FDF3D954F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79AD2F-615E-48DA-88D5-84D30507AC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AAC4E-9FE4-4EE5-9B9B-8A3B08C97A97}" type="datetimeFigureOut">
              <a:rPr lang="en-US" smtClean="0"/>
              <a:t>3/14/2022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7190AC-CC04-4944-8CC2-9A98E264FB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1EF1D7-81F1-405C-810B-C0268ABFD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9692B-0A98-4EC7-901C-3BEF663E0F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86386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2D2175-A324-4FD9-B087-B696C6E513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0BDC33-F5A4-481E-8756-1A839B2C3D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3F7FF8-EF53-4396-A2E8-C37D847287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AAC4E-9FE4-4EE5-9B9B-8A3B08C97A97}" type="datetimeFigureOut">
              <a:rPr lang="en-US" smtClean="0"/>
              <a:t>3/14/2022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8C3704-47A5-43F0-A731-DDCEDF08D4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947BE8-4CF9-479A-82E6-C776D24C3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9692B-0A98-4EC7-901C-3BEF663E0F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68321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5E62B7-084C-487C-8721-1E17A95F6C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2278EF-86B0-44C0-9EC6-FD2222F513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1641FF-DEEF-4D83-ABC9-771073BD27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AAC4E-9FE4-4EE5-9B9B-8A3B08C97A97}" type="datetimeFigureOut">
              <a:rPr lang="en-US" smtClean="0"/>
              <a:t>3/14/2022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6B1DE1-8DA5-4A6A-AA5F-CAE23A04A9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2992AA-C5DB-4D64-8480-033DD2E03D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9692B-0A98-4EC7-901C-3BEF663E0F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25618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1E71F3-80F0-493A-BA93-FA594EC89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1A6091-F734-44F2-957A-1AF2126E32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927469-745B-49CF-B254-94BC8E1C1E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A047A9-C178-4C70-B6F1-134DAC7F06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AAC4E-9FE4-4EE5-9B9B-8A3B08C97A97}" type="datetimeFigureOut">
              <a:rPr lang="en-US" smtClean="0"/>
              <a:t>3/14/2022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84FE54-9935-489B-B747-C1B2D0D93A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80FDDC-A6CF-402B-AA1A-94CFD3F4A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9692B-0A98-4EC7-901C-3BEF663E0F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20842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6C4689-B456-4A16-9BBE-B6F81B8520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DBB45D-0FA2-4BF0-AB4C-8DFAD3220A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F68793-D3E8-474D-B78C-4E661D520F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171F870-F5C5-4EFA-84DD-AB303A05E4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6A60016-FF38-4C5C-9497-E1EDD354D31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5788E0A-043D-432C-9E7D-7D3470549B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AAC4E-9FE4-4EE5-9B9B-8A3B08C97A97}" type="datetimeFigureOut">
              <a:rPr lang="en-US" smtClean="0"/>
              <a:t>3/14/2022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53E570E-153F-4974-9C4E-CAF275E871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50DD7AB-D1DE-4EAE-963B-FB9E0CE26C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9692B-0A98-4EC7-901C-3BEF663E0F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01804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66A5A5-6E92-4634-BF55-43A0025E6D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8C5838-2609-4F26-9791-918B595932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AAC4E-9FE4-4EE5-9B9B-8A3B08C97A97}" type="datetimeFigureOut">
              <a:rPr lang="en-US" smtClean="0"/>
              <a:t>3/14/2022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F41D5E0-B2B5-40C8-B582-3781A5A062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DCE74E-11C4-44EE-8264-B8311BAF14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9692B-0A98-4EC7-901C-3BEF663E0F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05000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2024C8C-5F73-4D67-A1C2-2DA5656B76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AAC4E-9FE4-4EE5-9B9B-8A3B08C97A97}" type="datetimeFigureOut">
              <a:rPr lang="en-US" smtClean="0"/>
              <a:t>3/14/2022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81FC4BB-15F9-43C3-AA88-8B2A5C1D8E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D64361-E7E9-4E1E-943B-C05C281C49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9692B-0A98-4EC7-901C-3BEF663E0F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90172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78305B-C342-499E-BC57-35B46E846B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0D0D53-82A0-4033-A8AC-4E805111D3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9FBF343-86D8-4D09-BC08-D8BA9848D6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D8AA64-C071-44BD-8D12-49B3CC3758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AAC4E-9FE4-4EE5-9B9B-8A3B08C97A97}" type="datetimeFigureOut">
              <a:rPr lang="en-US" smtClean="0"/>
              <a:t>3/14/2022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CE6C6E-BDFB-4E3D-9BDC-201463CEFE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507149-2595-4C0B-A370-D4246BF5C5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9692B-0A98-4EC7-901C-3BEF663E0F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77658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C76CF4-DCB1-48CA-8887-0BE1234D91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CEA9C9F-937B-4348-ADD6-E6A18FAE23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E711648-6417-4C25-82DE-B79CF4769F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59F3C71-A0A0-4498-B509-183428D92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AAC4E-9FE4-4EE5-9B9B-8A3B08C97A97}" type="datetimeFigureOut">
              <a:rPr lang="en-US" smtClean="0"/>
              <a:t>3/14/2022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3FBC5F-5777-4DBD-9EC5-AC5D0FD02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CDF2BD-C72F-4A09-BA00-EF2EBE5E38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9692B-0A98-4EC7-901C-3BEF663E0F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9378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C69894-086A-46F3-BA2F-87BDEF6CE0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2ACA0D7-EE00-4436-A34F-944C163399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767ED7-24F4-430B-8451-70BF977169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AAC4E-9FE4-4EE5-9B9B-8A3B08C97A97}" type="datetimeFigureOut">
              <a:rPr lang="en-US" smtClean="0"/>
              <a:t>3/14/2022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062A0F-337B-4A6F-AF74-AE20839B80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2E6535-13A1-4E5C-B02E-83A4E95390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9692B-0A98-4EC7-901C-3BEF663E0F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03386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0B368C1-B909-405B-B37A-2F6E3271EEA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0AE7A5C-B430-4E13-B3C2-0541D199B89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2BBFF-85CB-4CC1-9677-51FDF67367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AAC4E-9FE4-4EE5-9B9B-8A3B08C97A97}" type="datetimeFigureOut">
              <a:rPr lang="en-US" smtClean="0"/>
              <a:t>3/14/2022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C9E777-D118-4DC8-868B-8084459BD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F7E2B9-03BE-414C-81A9-7D8225A8C1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9692B-0A98-4EC7-901C-3BEF663E0F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19452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1CC26DD-91C3-4F4A-981E-9963BF33EC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2A95B2-B862-4CEB-B4DB-245A5CCE9A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8CB1D4-0C8A-4B7C-A78A-F87C05925A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91AAC4E-9FE4-4EE5-9B9B-8A3B08C97A97}" type="datetimeFigureOut">
              <a:rPr lang="en-US" smtClean="0"/>
              <a:t>3/14/2022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913CA8-8D27-4E0A-A35C-305B7C2EA6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5A2510-9268-4749-92AA-5C6812C590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879692B-0A98-4EC7-901C-3BEF663E0F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06691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2806BD3-90BA-4EB9-BAC6-5D833CC9C963}"/>
              </a:ext>
            </a:extLst>
          </p:cNvPr>
          <p:cNvSpPr/>
          <p:nvPr/>
        </p:nvSpPr>
        <p:spPr>
          <a:xfrm>
            <a:off x="9183560" y="134498"/>
            <a:ext cx="2766950" cy="6552051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3B2E5CA-9DB1-4739-9746-AA9C13D5C531}"/>
              </a:ext>
            </a:extLst>
          </p:cNvPr>
          <p:cNvSpPr txBox="1"/>
          <p:nvPr/>
        </p:nvSpPr>
        <p:spPr>
          <a:xfrm>
            <a:off x="9581457" y="504701"/>
            <a:ext cx="20345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Log in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5FAFBF6-E8EB-4D3B-BDC0-123886D5F63E}"/>
              </a:ext>
            </a:extLst>
          </p:cNvPr>
          <p:cNvSpPr/>
          <p:nvPr/>
        </p:nvSpPr>
        <p:spPr>
          <a:xfrm>
            <a:off x="209798" y="134497"/>
            <a:ext cx="8515350" cy="6552052"/>
          </a:xfrm>
          <a:prstGeom prst="rect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0A1738D-94EE-4FC3-8F31-0487CAC833F4}"/>
              </a:ext>
            </a:extLst>
          </p:cNvPr>
          <p:cNvSpPr txBox="1"/>
          <p:nvPr/>
        </p:nvSpPr>
        <p:spPr>
          <a:xfrm>
            <a:off x="581273" y="1611630"/>
            <a:ext cx="7772400" cy="2862322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RELATED NEWS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F84C959-D7C7-43AC-BA1B-E3F1EA1FBD6D}"/>
              </a:ext>
            </a:extLst>
          </p:cNvPr>
          <p:cNvSpPr/>
          <p:nvPr/>
        </p:nvSpPr>
        <p:spPr>
          <a:xfrm>
            <a:off x="9692640" y="1601986"/>
            <a:ext cx="1805940" cy="38862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password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2F8A890-0431-46A1-A906-BC66A6B6706F}"/>
              </a:ext>
            </a:extLst>
          </p:cNvPr>
          <p:cNvSpPr/>
          <p:nvPr/>
        </p:nvSpPr>
        <p:spPr>
          <a:xfrm>
            <a:off x="9664065" y="3272960"/>
            <a:ext cx="1805940" cy="38862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First name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D8BC4B4-E662-4CB5-B95E-B8621D463C0C}"/>
              </a:ext>
            </a:extLst>
          </p:cNvPr>
          <p:cNvSpPr/>
          <p:nvPr/>
        </p:nvSpPr>
        <p:spPr>
          <a:xfrm>
            <a:off x="9664065" y="3810707"/>
            <a:ext cx="1805940" cy="38862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Last name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3BD4A6F-113D-4F49-9D2F-66F91AC9DBC8}"/>
              </a:ext>
            </a:extLst>
          </p:cNvPr>
          <p:cNvSpPr/>
          <p:nvPr/>
        </p:nvSpPr>
        <p:spPr>
          <a:xfrm>
            <a:off x="9664065" y="4348454"/>
            <a:ext cx="1805940" cy="38862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username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DE515B-5E81-4086-ADBD-3C51DBE25F45}"/>
              </a:ext>
            </a:extLst>
          </p:cNvPr>
          <p:cNvSpPr/>
          <p:nvPr/>
        </p:nvSpPr>
        <p:spPr>
          <a:xfrm>
            <a:off x="9664065" y="4891277"/>
            <a:ext cx="1805940" cy="38862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email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C0E119A-7E11-40A3-8EA6-60BC23F3A787}"/>
              </a:ext>
            </a:extLst>
          </p:cNvPr>
          <p:cNvSpPr/>
          <p:nvPr/>
        </p:nvSpPr>
        <p:spPr>
          <a:xfrm>
            <a:off x="9692640" y="1091205"/>
            <a:ext cx="1805940" cy="38862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username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0201217-08BD-4FA0-8EDD-84C48442CE6C}"/>
              </a:ext>
            </a:extLst>
          </p:cNvPr>
          <p:cNvSpPr/>
          <p:nvPr/>
        </p:nvSpPr>
        <p:spPr>
          <a:xfrm>
            <a:off x="10024110" y="2256057"/>
            <a:ext cx="1085850" cy="36933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9465C65-4684-49F2-BD8C-EA4A384F0BEF}"/>
              </a:ext>
            </a:extLst>
          </p:cNvPr>
          <p:cNvSpPr txBox="1"/>
          <p:nvPr/>
        </p:nvSpPr>
        <p:spPr>
          <a:xfrm>
            <a:off x="10170028" y="2256057"/>
            <a:ext cx="1085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submit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F0F6953-8FB2-41AD-AEE7-0BF5220D3599}"/>
              </a:ext>
            </a:extLst>
          </p:cNvPr>
          <p:cNvSpPr/>
          <p:nvPr/>
        </p:nvSpPr>
        <p:spPr>
          <a:xfrm>
            <a:off x="10052685" y="5912876"/>
            <a:ext cx="1085850" cy="36933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Join us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25B4D76-D856-4420-86C1-0D3A631DEB1F}"/>
              </a:ext>
            </a:extLst>
          </p:cNvPr>
          <p:cNvSpPr txBox="1"/>
          <p:nvPr/>
        </p:nvSpPr>
        <p:spPr>
          <a:xfrm>
            <a:off x="9664065" y="2834640"/>
            <a:ext cx="18345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Registration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848FC6A-AC17-4082-8E26-A421E2B88B33}"/>
              </a:ext>
            </a:extLst>
          </p:cNvPr>
          <p:cNvSpPr/>
          <p:nvPr/>
        </p:nvSpPr>
        <p:spPr>
          <a:xfrm>
            <a:off x="9678352" y="5402076"/>
            <a:ext cx="1805940" cy="38862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password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4B6C81B-B7EC-4442-9F8A-686E51BD32D8}"/>
              </a:ext>
            </a:extLst>
          </p:cNvPr>
          <p:cNvSpPr/>
          <p:nvPr/>
        </p:nvSpPr>
        <p:spPr>
          <a:xfrm>
            <a:off x="591874" y="281461"/>
            <a:ext cx="7751197" cy="102870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C98EDC4-B334-4ED1-9F33-76A7966EC258}"/>
              </a:ext>
            </a:extLst>
          </p:cNvPr>
          <p:cNvSpPr txBox="1"/>
          <p:nvPr/>
        </p:nvSpPr>
        <p:spPr>
          <a:xfrm>
            <a:off x="638422" y="611145"/>
            <a:ext cx="7658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SITE NAME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9A9B5C3-F340-4EE5-BDCF-24B5FF1E123B}"/>
              </a:ext>
            </a:extLst>
          </p:cNvPr>
          <p:cNvSpPr/>
          <p:nvPr/>
        </p:nvSpPr>
        <p:spPr>
          <a:xfrm>
            <a:off x="591874" y="4737074"/>
            <a:ext cx="7772400" cy="164086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IMG BANNER/ASSOCIATED IMG</a:t>
            </a:r>
          </a:p>
        </p:txBody>
      </p:sp>
    </p:spTree>
    <p:extLst>
      <p:ext uri="{BB962C8B-B14F-4D97-AF65-F5344CB8AC3E}">
        <p14:creationId xmlns:p14="http://schemas.microsoft.com/office/powerpoint/2010/main" val="24155041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460B5C89-72B4-4A2B-AF71-BC1FEA33B1D6}"/>
              </a:ext>
            </a:extLst>
          </p:cNvPr>
          <p:cNvSpPr/>
          <p:nvPr/>
        </p:nvSpPr>
        <p:spPr>
          <a:xfrm>
            <a:off x="182880" y="205740"/>
            <a:ext cx="2057400" cy="4286250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EABBED5-2C8B-4B4F-8C4C-1633CA7A1868}"/>
              </a:ext>
            </a:extLst>
          </p:cNvPr>
          <p:cNvSpPr/>
          <p:nvPr/>
        </p:nvSpPr>
        <p:spPr>
          <a:xfrm>
            <a:off x="314325" y="1356866"/>
            <a:ext cx="765810" cy="4000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4597CFD-9883-4A33-B492-9C7F5948A735}"/>
              </a:ext>
            </a:extLst>
          </p:cNvPr>
          <p:cNvSpPr/>
          <p:nvPr/>
        </p:nvSpPr>
        <p:spPr>
          <a:xfrm>
            <a:off x="314325" y="1882646"/>
            <a:ext cx="765810" cy="4000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46C9F44-BCCF-4F78-B978-AE2CDCAF2E0E}"/>
              </a:ext>
            </a:extLst>
          </p:cNvPr>
          <p:cNvSpPr/>
          <p:nvPr/>
        </p:nvSpPr>
        <p:spPr>
          <a:xfrm>
            <a:off x="314325" y="2448431"/>
            <a:ext cx="765810" cy="4000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63912F9-0E60-4016-BE94-F92DBBBDF9A6}"/>
              </a:ext>
            </a:extLst>
          </p:cNvPr>
          <p:cNvSpPr/>
          <p:nvPr/>
        </p:nvSpPr>
        <p:spPr>
          <a:xfrm>
            <a:off x="314325" y="2997964"/>
            <a:ext cx="765810" cy="4000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7DD9485-FFE6-4BC4-B759-AA660E3D28F8}"/>
              </a:ext>
            </a:extLst>
          </p:cNvPr>
          <p:cNvSpPr/>
          <p:nvPr/>
        </p:nvSpPr>
        <p:spPr>
          <a:xfrm>
            <a:off x="314325" y="3548390"/>
            <a:ext cx="765810" cy="4000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8401358-A7AF-4045-ADFE-73CB242D223C}"/>
              </a:ext>
            </a:extLst>
          </p:cNvPr>
          <p:cNvSpPr txBox="1"/>
          <p:nvPr/>
        </p:nvSpPr>
        <p:spPr>
          <a:xfrm>
            <a:off x="314325" y="532120"/>
            <a:ext cx="1411605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Hey, User</a:t>
            </a:r>
          </a:p>
          <a:p>
            <a:r>
              <a:rPr lang="en-US" dirty="0"/>
              <a:t>MENU</a:t>
            </a:r>
          </a:p>
          <a:p>
            <a:endParaRPr lang="en-US" dirty="0"/>
          </a:p>
          <a:p>
            <a:r>
              <a:rPr lang="en-US" dirty="0"/>
              <a:t>Home</a:t>
            </a:r>
          </a:p>
          <a:p>
            <a:endParaRPr lang="en-US" dirty="0"/>
          </a:p>
          <a:p>
            <a:r>
              <a:rPr lang="en-US" dirty="0"/>
              <a:t>Events</a:t>
            </a:r>
          </a:p>
          <a:p>
            <a:endParaRPr lang="en-US" dirty="0"/>
          </a:p>
          <a:p>
            <a:r>
              <a:rPr lang="en-US" dirty="0"/>
              <a:t>ideas</a:t>
            </a:r>
          </a:p>
          <a:p>
            <a:endParaRPr lang="en-US" dirty="0"/>
          </a:p>
          <a:p>
            <a:r>
              <a:rPr lang="en-US" dirty="0"/>
              <a:t>News</a:t>
            </a:r>
          </a:p>
          <a:p>
            <a:endParaRPr lang="en-US" dirty="0"/>
          </a:p>
          <a:p>
            <a:r>
              <a:rPr lang="en-US" dirty="0"/>
              <a:t>Logout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D78C8A0-017A-44BB-9CD4-9D24A9882ACF}"/>
              </a:ext>
            </a:extLst>
          </p:cNvPr>
          <p:cNvSpPr/>
          <p:nvPr/>
        </p:nvSpPr>
        <p:spPr>
          <a:xfrm>
            <a:off x="1394460" y="1356865"/>
            <a:ext cx="662940" cy="400051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MAP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45E26D4-D0C4-4CFD-A658-7702D322D234}"/>
              </a:ext>
            </a:extLst>
          </p:cNvPr>
          <p:cNvSpPr/>
          <p:nvPr/>
        </p:nvSpPr>
        <p:spPr>
          <a:xfrm>
            <a:off x="131445" y="-589270"/>
            <a:ext cx="1263015" cy="532120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HOME PG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29B82BF-5E65-42B5-95AD-DD9385869759}"/>
              </a:ext>
            </a:extLst>
          </p:cNvPr>
          <p:cNvSpPr/>
          <p:nvPr/>
        </p:nvSpPr>
        <p:spPr>
          <a:xfrm>
            <a:off x="2594610" y="205740"/>
            <a:ext cx="3714750" cy="64008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WELCOME BACK, NAME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058FAE-CD93-45F2-A9C5-DA1373EC2D3E}"/>
              </a:ext>
            </a:extLst>
          </p:cNvPr>
          <p:cNvSpPr/>
          <p:nvPr/>
        </p:nvSpPr>
        <p:spPr>
          <a:xfrm>
            <a:off x="2982569" y="1099690"/>
            <a:ext cx="2239470" cy="914400"/>
          </a:xfrm>
          <a:prstGeom prst="rect">
            <a:avLst/>
          </a:prstGeom>
          <a:solidFill>
            <a:schemeClr val="accent3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A8A5D03-B5B3-4F66-B0E4-47E38BD80F30}"/>
              </a:ext>
            </a:extLst>
          </p:cNvPr>
          <p:cNvSpPr txBox="1"/>
          <p:nvPr/>
        </p:nvSpPr>
        <p:spPr>
          <a:xfrm>
            <a:off x="3326130" y="1356865"/>
            <a:ext cx="1552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CREATE EVENT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B2789A2-399C-4F6B-8E78-5B09CA53ECFE}"/>
              </a:ext>
            </a:extLst>
          </p:cNvPr>
          <p:cNvSpPr/>
          <p:nvPr/>
        </p:nvSpPr>
        <p:spPr>
          <a:xfrm>
            <a:off x="7195184" y="1111121"/>
            <a:ext cx="3377565" cy="1886844"/>
          </a:xfrm>
          <a:prstGeom prst="rect">
            <a:avLst/>
          </a:prstGeom>
          <a:solidFill>
            <a:schemeClr val="accent3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EVENTS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7DC2016-EBEA-468B-AB41-43FE925132E4}"/>
              </a:ext>
            </a:extLst>
          </p:cNvPr>
          <p:cNvSpPr/>
          <p:nvPr/>
        </p:nvSpPr>
        <p:spPr>
          <a:xfrm>
            <a:off x="2982569" y="2660154"/>
            <a:ext cx="2239470" cy="914400"/>
          </a:xfrm>
          <a:prstGeom prst="rect">
            <a:avLst/>
          </a:prstGeom>
          <a:solidFill>
            <a:schemeClr val="accent3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POST IDEA</a:t>
            </a:r>
          </a:p>
        </p:txBody>
      </p:sp>
    </p:spTree>
    <p:extLst>
      <p:ext uri="{BB962C8B-B14F-4D97-AF65-F5344CB8AC3E}">
        <p14:creationId xmlns:p14="http://schemas.microsoft.com/office/powerpoint/2010/main" val="31874493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8756991-D01E-4360-9F5A-F72E7F9FC527}"/>
              </a:ext>
            </a:extLst>
          </p:cNvPr>
          <p:cNvSpPr/>
          <p:nvPr/>
        </p:nvSpPr>
        <p:spPr>
          <a:xfrm>
            <a:off x="160020" y="139571"/>
            <a:ext cx="2057400" cy="4286250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7C1B2DD-719C-4E80-BB38-70FD7DF02C15}"/>
              </a:ext>
            </a:extLst>
          </p:cNvPr>
          <p:cNvSpPr/>
          <p:nvPr/>
        </p:nvSpPr>
        <p:spPr>
          <a:xfrm>
            <a:off x="314325" y="1356866"/>
            <a:ext cx="765810" cy="40005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832E32E-3ACA-4A83-A452-DE23D1C9C020}"/>
              </a:ext>
            </a:extLst>
          </p:cNvPr>
          <p:cNvSpPr/>
          <p:nvPr/>
        </p:nvSpPr>
        <p:spPr>
          <a:xfrm>
            <a:off x="314325" y="1882646"/>
            <a:ext cx="765810" cy="40005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8F831FA-B472-4D42-BA52-9242816664AB}"/>
              </a:ext>
            </a:extLst>
          </p:cNvPr>
          <p:cNvSpPr/>
          <p:nvPr/>
        </p:nvSpPr>
        <p:spPr>
          <a:xfrm>
            <a:off x="314325" y="2448431"/>
            <a:ext cx="765810" cy="40005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DC5DAD8-8297-4BBC-A7A2-64EB686E637C}"/>
              </a:ext>
            </a:extLst>
          </p:cNvPr>
          <p:cNvSpPr/>
          <p:nvPr/>
        </p:nvSpPr>
        <p:spPr>
          <a:xfrm>
            <a:off x="314325" y="2997964"/>
            <a:ext cx="765810" cy="40005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7F54D7B-E6F1-4894-8FFE-A477070A6328}"/>
              </a:ext>
            </a:extLst>
          </p:cNvPr>
          <p:cNvSpPr/>
          <p:nvPr/>
        </p:nvSpPr>
        <p:spPr>
          <a:xfrm>
            <a:off x="314325" y="3548390"/>
            <a:ext cx="765810" cy="40005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A6B50D6-AD41-44FC-AC02-E69693BFB8D2}"/>
              </a:ext>
            </a:extLst>
          </p:cNvPr>
          <p:cNvSpPr txBox="1"/>
          <p:nvPr/>
        </p:nvSpPr>
        <p:spPr>
          <a:xfrm>
            <a:off x="314325" y="532120"/>
            <a:ext cx="1468755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Hey, User</a:t>
            </a:r>
          </a:p>
          <a:p>
            <a:r>
              <a:rPr lang="en-US" dirty="0">
                <a:solidFill>
                  <a:schemeClr val="tx1"/>
                </a:solidFill>
              </a:rPr>
              <a:t>MENU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Home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events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ideas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News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Logout</a:t>
            </a:r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96A37FC-D632-4299-8D63-4964ADA00325}"/>
              </a:ext>
            </a:extLst>
          </p:cNvPr>
          <p:cNvSpPr/>
          <p:nvPr/>
        </p:nvSpPr>
        <p:spPr>
          <a:xfrm>
            <a:off x="2838450" y="139571"/>
            <a:ext cx="7966710" cy="603504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Planned events lists</a:t>
            </a:r>
          </a:p>
          <a:p>
            <a:pPr algn="ctr"/>
            <a:r>
              <a:rPr lang="en-US" dirty="0"/>
              <a:t>-EVENT</a:t>
            </a:r>
          </a:p>
          <a:p>
            <a:pPr algn="ctr"/>
            <a:r>
              <a:rPr lang="en-US" dirty="0"/>
              <a:t>	details</a:t>
            </a:r>
          </a:p>
          <a:p>
            <a:pPr algn="ctr"/>
            <a:r>
              <a:rPr lang="en-US" dirty="0"/>
              <a:t>	time</a:t>
            </a:r>
          </a:p>
          <a:p>
            <a:pPr algn="ctr"/>
            <a:r>
              <a:rPr lang="en-US" dirty="0"/>
              <a:t>-EVENT</a:t>
            </a:r>
          </a:p>
          <a:p>
            <a:pPr algn="ctr"/>
            <a:r>
              <a:rPr lang="en-US" dirty="0"/>
              <a:t>	details</a:t>
            </a:r>
          </a:p>
          <a:p>
            <a:pPr algn="ctr"/>
            <a:r>
              <a:rPr lang="en-US" dirty="0"/>
              <a:t>	time</a:t>
            </a:r>
          </a:p>
          <a:p>
            <a:pPr algn="ctr"/>
            <a:r>
              <a:rPr lang="en-US" dirty="0"/>
              <a:t>-EVENT</a:t>
            </a:r>
          </a:p>
          <a:p>
            <a:pPr algn="ctr"/>
            <a:r>
              <a:rPr lang="en-US" dirty="0"/>
              <a:t>	details</a:t>
            </a:r>
          </a:p>
          <a:p>
            <a:pPr algn="ctr"/>
            <a:r>
              <a:rPr lang="en-US" dirty="0"/>
              <a:t>	time</a:t>
            </a:r>
          </a:p>
          <a:p>
            <a:pPr algn="ctr"/>
            <a:r>
              <a:rPr lang="en-US" dirty="0"/>
              <a:t>-EVENT</a:t>
            </a:r>
          </a:p>
          <a:p>
            <a:pPr algn="ctr"/>
            <a:r>
              <a:rPr lang="en-US" dirty="0"/>
              <a:t>	details</a:t>
            </a:r>
          </a:p>
          <a:p>
            <a:pPr algn="ctr"/>
            <a:r>
              <a:rPr lang="en-US" dirty="0"/>
              <a:t>	time</a:t>
            </a:r>
          </a:p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886C222-A98C-41AC-B33A-C13102137937}"/>
              </a:ext>
            </a:extLst>
          </p:cNvPr>
          <p:cNvSpPr/>
          <p:nvPr/>
        </p:nvSpPr>
        <p:spPr>
          <a:xfrm>
            <a:off x="1394460" y="1356865"/>
            <a:ext cx="662940" cy="400051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MAP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0E5CC78-BB3B-4E6F-BC16-AE2E401DA4BA}"/>
              </a:ext>
            </a:extLst>
          </p:cNvPr>
          <p:cNvSpPr/>
          <p:nvPr/>
        </p:nvSpPr>
        <p:spPr>
          <a:xfrm>
            <a:off x="131445" y="-589270"/>
            <a:ext cx="1263015" cy="532120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Events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4966D2D-9AAC-46A1-B42D-C1411C8D505B}"/>
              </a:ext>
            </a:extLst>
          </p:cNvPr>
          <p:cNvSpPr/>
          <p:nvPr/>
        </p:nvSpPr>
        <p:spPr>
          <a:xfrm>
            <a:off x="3200400" y="5063490"/>
            <a:ext cx="2411730" cy="8115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Create new event</a:t>
            </a:r>
          </a:p>
        </p:txBody>
      </p:sp>
    </p:spTree>
    <p:extLst>
      <p:ext uri="{BB962C8B-B14F-4D97-AF65-F5344CB8AC3E}">
        <p14:creationId xmlns:p14="http://schemas.microsoft.com/office/powerpoint/2010/main" val="32924331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8756991-D01E-4360-9F5A-F72E7F9FC527}"/>
              </a:ext>
            </a:extLst>
          </p:cNvPr>
          <p:cNvSpPr/>
          <p:nvPr/>
        </p:nvSpPr>
        <p:spPr>
          <a:xfrm>
            <a:off x="160020" y="139571"/>
            <a:ext cx="2057400" cy="4286250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7C1B2DD-719C-4E80-BB38-70FD7DF02C15}"/>
              </a:ext>
            </a:extLst>
          </p:cNvPr>
          <p:cNvSpPr/>
          <p:nvPr/>
        </p:nvSpPr>
        <p:spPr>
          <a:xfrm>
            <a:off x="314325" y="1356866"/>
            <a:ext cx="765810" cy="40005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832E32E-3ACA-4A83-A452-DE23D1C9C020}"/>
              </a:ext>
            </a:extLst>
          </p:cNvPr>
          <p:cNvSpPr/>
          <p:nvPr/>
        </p:nvSpPr>
        <p:spPr>
          <a:xfrm>
            <a:off x="314325" y="1882646"/>
            <a:ext cx="765810" cy="40005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8F831FA-B472-4D42-BA52-9242816664AB}"/>
              </a:ext>
            </a:extLst>
          </p:cNvPr>
          <p:cNvSpPr/>
          <p:nvPr/>
        </p:nvSpPr>
        <p:spPr>
          <a:xfrm>
            <a:off x="314325" y="2448431"/>
            <a:ext cx="765810" cy="40005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DC5DAD8-8297-4BBC-A7A2-64EB686E637C}"/>
              </a:ext>
            </a:extLst>
          </p:cNvPr>
          <p:cNvSpPr/>
          <p:nvPr/>
        </p:nvSpPr>
        <p:spPr>
          <a:xfrm>
            <a:off x="314325" y="2997964"/>
            <a:ext cx="765810" cy="40005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7F54D7B-E6F1-4894-8FFE-A477070A6328}"/>
              </a:ext>
            </a:extLst>
          </p:cNvPr>
          <p:cNvSpPr/>
          <p:nvPr/>
        </p:nvSpPr>
        <p:spPr>
          <a:xfrm>
            <a:off x="314325" y="3548390"/>
            <a:ext cx="765810" cy="40005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A6B50D6-AD41-44FC-AC02-E69693BFB8D2}"/>
              </a:ext>
            </a:extLst>
          </p:cNvPr>
          <p:cNvSpPr txBox="1"/>
          <p:nvPr/>
        </p:nvSpPr>
        <p:spPr>
          <a:xfrm>
            <a:off x="314325" y="532120"/>
            <a:ext cx="1468755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Hey, User</a:t>
            </a:r>
          </a:p>
          <a:p>
            <a:r>
              <a:rPr lang="en-US" dirty="0">
                <a:solidFill>
                  <a:schemeClr val="tx1"/>
                </a:solidFill>
              </a:rPr>
              <a:t>MENU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Home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Events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ideas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News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Logout</a:t>
            </a:r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96A37FC-D632-4299-8D63-4964ADA00325}"/>
              </a:ext>
            </a:extLst>
          </p:cNvPr>
          <p:cNvSpPr/>
          <p:nvPr/>
        </p:nvSpPr>
        <p:spPr>
          <a:xfrm>
            <a:off x="2838450" y="139571"/>
            <a:ext cx="7966710" cy="603504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Ideas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Posts looking for feedback for possible events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886C222-A98C-41AC-B33A-C13102137937}"/>
              </a:ext>
            </a:extLst>
          </p:cNvPr>
          <p:cNvSpPr/>
          <p:nvPr/>
        </p:nvSpPr>
        <p:spPr>
          <a:xfrm>
            <a:off x="1394460" y="1356865"/>
            <a:ext cx="662940" cy="400051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MAP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0E5CC78-BB3B-4E6F-BC16-AE2E401DA4BA}"/>
              </a:ext>
            </a:extLst>
          </p:cNvPr>
          <p:cNvSpPr/>
          <p:nvPr/>
        </p:nvSpPr>
        <p:spPr>
          <a:xfrm>
            <a:off x="131445" y="-589270"/>
            <a:ext cx="1263015" cy="532120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Ideas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AE60707-AE11-4EC8-BC20-E28C183FD87B}"/>
              </a:ext>
            </a:extLst>
          </p:cNvPr>
          <p:cNvSpPr/>
          <p:nvPr/>
        </p:nvSpPr>
        <p:spPr>
          <a:xfrm>
            <a:off x="3086100" y="5063490"/>
            <a:ext cx="2068830" cy="9372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Create new Idea</a:t>
            </a:r>
          </a:p>
        </p:txBody>
      </p:sp>
    </p:spTree>
    <p:extLst>
      <p:ext uri="{BB962C8B-B14F-4D97-AF65-F5344CB8AC3E}">
        <p14:creationId xmlns:p14="http://schemas.microsoft.com/office/powerpoint/2010/main" val="13120348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8756991-D01E-4360-9F5A-F72E7F9FC527}"/>
              </a:ext>
            </a:extLst>
          </p:cNvPr>
          <p:cNvSpPr/>
          <p:nvPr/>
        </p:nvSpPr>
        <p:spPr>
          <a:xfrm>
            <a:off x="160020" y="139571"/>
            <a:ext cx="2057400" cy="4286250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7C1B2DD-719C-4E80-BB38-70FD7DF02C15}"/>
              </a:ext>
            </a:extLst>
          </p:cNvPr>
          <p:cNvSpPr/>
          <p:nvPr/>
        </p:nvSpPr>
        <p:spPr>
          <a:xfrm>
            <a:off x="314325" y="1356866"/>
            <a:ext cx="765810" cy="40005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832E32E-3ACA-4A83-A452-DE23D1C9C020}"/>
              </a:ext>
            </a:extLst>
          </p:cNvPr>
          <p:cNvSpPr/>
          <p:nvPr/>
        </p:nvSpPr>
        <p:spPr>
          <a:xfrm>
            <a:off x="314325" y="1882646"/>
            <a:ext cx="765810" cy="40005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8F831FA-B472-4D42-BA52-9242816664AB}"/>
              </a:ext>
            </a:extLst>
          </p:cNvPr>
          <p:cNvSpPr/>
          <p:nvPr/>
        </p:nvSpPr>
        <p:spPr>
          <a:xfrm>
            <a:off x="314325" y="2448431"/>
            <a:ext cx="765810" cy="40005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DC5DAD8-8297-4BBC-A7A2-64EB686E637C}"/>
              </a:ext>
            </a:extLst>
          </p:cNvPr>
          <p:cNvSpPr/>
          <p:nvPr/>
        </p:nvSpPr>
        <p:spPr>
          <a:xfrm>
            <a:off x="314325" y="2997964"/>
            <a:ext cx="765810" cy="40005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7F54D7B-E6F1-4894-8FFE-A477070A6328}"/>
              </a:ext>
            </a:extLst>
          </p:cNvPr>
          <p:cNvSpPr/>
          <p:nvPr/>
        </p:nvSpPr>
        <p:spPr>
          <a:xfrm>
            <a:off x="314325" y="3548390"/>
            <a:ext cx="765810" cy="40005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A6B50D6-AD41-44FC-AC02-E69693BFB8D2}"/>
              </a:ext>
            </a:extLst>
          </p:cNvPr>
          <p:cNvSpPr txBox="1"/>
          <p:nvPr/>
        </p:nvSpPr>
        <p:spPr>
          <a:xfrm>
            <a:off x="314325" y="532120"/>
            <a:ext cx="1468755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Hey, User</a:t>
            </a:r>
          </a:p>
          <a:p>
            <a:r>
              <a:rPr lang="en-US" dirty="0">
                <a:solidFill>
                  <a:schemeClr val="tx1"/>
                </a:solidFill>
              </a:rPr>
              <a:t>MENU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Home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Events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ideas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News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Logout</a:t>
            </a:r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886C222-A98C-41AC-B33A-C13102137937}"/>
              </a:ext>
            </a:extLst>
          </p:cNvPr>
          <p:cNvSpPr/>
          <p:nvPr/>
        </p:nvSpPr>
        <p:spPr>
          <a:xfrm>
            <a:off x="1394460" y="1356865"/>
            <a:ext cx="662940" cy="400051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MAP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0E5CC78-BB3B-4E6F-BC16-AE2E401DA4BA}"/>
              </a:ext>
            </a:extLst>
          </p:cNvPr>
          <p:cNvSpPr/>
          <p:nvPr/>
        </p:nvSpPr>
        <p:spPr>
          <a:xfrm>
            <a:off x="131445" y="-589270"/>
            <a:ext cx="1263015" cy="532120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Create Event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7288A71-D0CE-4856-9078-92D64399EE90}"/>
              </a:ext>
            </a:extLst>
          </p:cNvPr>
          <p:cNvSpPr/>
          <p:nvPr/>
        </p:nvSpPr>
        <p:spPr>
          <a:xfrm>
            <a:off x="3303270" y="377190"/>
            <a:ext cx="5795010" cy="5372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Title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5389B79-2FF5-402E-8C66-33442D539BA3}"/>
              </a:ext>
            </a:extLst>
          </p:cNvPr>
          <p:cNvSpPr/>
          <p:nvPr/>
        </p:nvSpPr>
        <p:spPr>
          <a:xfrm>
            <a:off x="3303270" y="1356865"/>
            <a:ext cx="6549390" cy="192354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Description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680478E-199F-43B8-9DCF-CBA6F3F93858}"/>
              </a:ext>
            </a:extLst>
          </p:cNvPr>
          <p:cNvSpPr/>
          <p:nvPr/>
        </p:nvSpPr>
        <p:spPr>
          <a:xfrm>
            <a:off x="3303270" y="3548390"/>
            <a:ext cx="3577590" cy="5092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time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05131C8-B6C9-4781-9EA2-D9964F92F90F}"/>
              </a:ext>
            </a:extLst>
          </p:cNvPr>
          <p:cNvSpPr/>
          <p:nvPr/>
        </p:nvSpPr>
        <p:spPr>
          <a:xfrm>
            <a:off x="3303270" y="5125462"/>
            <a:ext cx="2114550" cy="5092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submit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CF50505-6CB8-4C40-B95B-C86952317571}"/>
              </a:ext>
            </a:extLst>
          </p:cNvPr>
          <p:cNvSpPr/>
          <p:nvPr/>
        </p:nvSpPr>
        <p:spPr>
          <a:xfrm>
            <a:off x="7418070" y="3527941"/>
            <a:ext cx="2434590" cy="5435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Type of event</a:t>
            </a:r>
          </a:p>
        </p:txBody>
      </p:sp>
    </p:spTree>
    <p:extLst>
      <p:ext uri="{BB962C8B-B14F-4D97-AF65-F5344CB8AC3E}">
        <p14:creationId xmlns:p14="http://schemas.microsoft.com/office/powerpoint/2010/main" val="31451612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8756991-D01E-4360-9F5A-F72E7F9FC527}"/>
              </a:ext>
            </a:extLst>
          </p:cNvPr>
          <p:cNvSpPr/>
          <p:nvPr/>
        </p:nvSpPr>
        <p:spPr>
          <a:xfrm>
            <a:off x="160020" y="139571"/>
            <a:ext cx="2057400" cy="4286250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7C1B2DD-719C-4E80-BB38-70FD7DF02C15}"/>
              </a:ext>
            </a:extLst>
          </p:cNvPr>
          <p:cNvSpPr/>
          <p:nvPr/>
        </p:nvSpPr>
        <p:spPr>
          <a:xfrm>
            <a:off x="314325" y="1356866"/>
            <a:ext cx="765810" cy="40005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832E32E-3ACA-4A83-A452-DE23D1C9C020}"/>
              </a:ext>
            </a:extLst>
          </p:cNvPr>
          <p:cNvSpPr/>
          <p:nvPr/>
        </p:nvSpPr>
        <p:spPr>
          <a:xfrm>
            <a:off x="314325" y="1882646"/>
            <a:ext cx="765810" cy="40005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8F831FA-B472-4D42-BA52-9242816664AB}"/>
              </a:ext>
            </a:extLst>
          </p:cNvPr>
          <p:cNvSpPr/>
          <p:nvPr/>
        </p:nvSpPr>
        <p:spPr>
          <a:xfrm>
            <a:off x="314325" y="2448431"/>
            <a:ext cx="765810" cy="40005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DC5DAD8-8297-4BBC-A7A2-64EB686E637C}"/>
              </a:ext>
            </a:extLst>
          </p:cNvPr>
          <p:cNvSpPr/>
          <p:nvPr/>
        </p:nvSpPr>
        <p:spPr>
          <a:xfrm>
            <a:off x="314325" y="2997964"/>
            <a:ext cx="765810" cy="40005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7F54D7B-E6F1-4894-8FFE-A477070A6328}"/>
              </a:ext>
            </a:extLst>
          </p:cNvPr>
          <p:cNvSpPr/>
          <p:nvPr/>
        </p:nvSpPr>
        <p:spPr>
          <a:xfrm>
            <a:off x="314325" y="3548390"/>
            <a:ext cx="765810" cy="40005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A6B50D6-AD41-44FC-AC02-E69693BFB8D2}"/>
              </a:ext>
            </a:extLst>
          </p:cNvPr>
          <p:cNvSpPr txBox="1"/>
          <p:nvPr/>
        </p:nvSpPr>
        <p:spPr>
          <a:xfrm>
            <a:off x="314325" y="532120"/>
            <a:ext cx="1468755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Hey, User</a:t>
            </a:r>
          </a:p>
          <a:p>
            <a:r>
              <a:rPr lang="en-US" dirty="0">
                <a:solidFill>
                  <a:schemeClr val="tx1"/>
                </a:solidFill>
              </a:rPr>
              <a:t>MENU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Home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Events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ideas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News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Logout</a:t>
            </a:r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886C222-A98C-41AC-B33A-C13102137937}"/>
              </a:ext>
            </a:extLst>
          </p:cNvPr>
          <p:cNvSpPr/>
          <p:nvPr/>
        </p:nvSpPr>
        <p:spPr>
          <a:xfrm>
            <a:off x="1394460" y="1356865"/>
            <a:ext cx="662940" cy="400051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MAP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0E5CC78-BB3B-4E6F-BC16-AE2E401DA4BA}"/>
              </a:ext>
            </a:extLst>
          </p:cNvPr>
          <p:cNvSpPr/>
          <p:nvPr/>
        </p:nvSpPr>
        <p:spPr>
          <a:xfrm>
            <a:off x="131445" y="-589270"/>
            <a:ext cx="1263015" cy="532120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Create Idea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7288A71-D0CE-4856-9078-92D64399EE90}"/>
              </a:ext>
            </a:extLst>
          </p:cNvPr>
          <p:cNvSpPr/>
          <p:nvPr/>
        </p:nvSpPr>
        <p:spPr>
          <a:xfrm>
            <a:off x="3303270" y="377190"/>
            <a:ext cx="5795010" cy="5372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Title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5389B79-2FF5-402E-8C66-33442D539BA3}"/>
              </a:ext>
            </a:extLst>
          </p:cNvPr>
          <p:cNvSpPr/>
          <p:nvPr/>
        </p:nvSpPr>
        <p:spPr>
          <a:xfrm>
            <a:off x="3303270" y="1356865"/>
            <a:ext cx="6549390" cy="192354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Description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680478E-199F-43B8-9DCF-CBA6F3F93858}"/>
              </a:ext>
            </a:extLst>
          </p:cNvPr>
          <p:cNvSpPr/>
          <p:nvPr/>
        </p:nvSpPr>
        <p:spPr>
          <a:xfrm>
            <a:off x="3303270" y="3548390"/>
            <a:ext cx="3577590" cy="5092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Time frame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05131C8-B6C9-4781-9EA2-D9964F92F90F}"/>
              </a:ext>
            </a:extLst>
          </p:cNvPr>
          <p:cNvSpPr/>
          <p:nvPr/>
        </p:nvSpPr>
        <p:spPr>
          <a:xfrm>
            <a:off x="3623310" y="6226180"/>
            <a:ext cx="2114550" cy="5092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submit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C08DC54-F7DA-4B74-9C4F-2E39F48C9450}"/>
              </a:ext>
            </a:extLst>
          </p:cNvPr>
          <p:cNvSpPr/>
          <p:nvPr/>
        </p:nvSpPr>
        <p:spPr>
          <a:xfrm>
            <a:off x="7418070" y="3548390"/>
            <a:ext cx="2434590" cy="5435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Type of event</a:t>
            </a:r>
          </a:p>
        </p:txBody>
      </p:sp>
    </p:spTree>
    <p:extLst>
      <p:ext uri="{BB962C8B-B14F-4D97-AF65-F5344CB8AC3E}">
        <p14:creationId xmlns:p14="http://schemas.microsoft.com/office/powerpoint/2010/main" val="11554307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11736B7-74E5-40A6-BE8B-365ED125F505}"/>
              </a:ext>
            </a:extLst>
          </p:cNvPr>
          <p:cNvSpPr/>
          <p:nvPr/>
        </p:nvSpPr>
        <p:spPr>
          <a:xfrm>
            <a:off x="5680710" y="566989"/>
            <a:ext cx="5280660" cy="456057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GOOGLE MAP</a:t>
            </a:r>
          </a:p>
          <a:p>
            <a:pPr algn="ctr"/>
            <a:r>
              <a:rPr lang="en-US"/>
              <a:t>API ?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8B26273-078E-48F6-A9AA-E362FE1C6F70}"/>
              </a:ext>
            </a:extLst>
          </p:cNvPr>
          <p:cNvSpPr/>
          <p:nvPr/>
        </p:nvSpPr>
        <p:spPr>
          <a:xfrm>
            <a:off x="131445" y="-589270"/>
            <a:ext cx="1263015" cy="532120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MAPS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8AF8A8C-0F9D-4B5E-AABA-E4415370A07B}"/>
              </a:ext>
            </a:extLst>
          </p:cNvPr>
          <p:cNvSpPr/>
          <p:nvPr/>
        </p:nvSpPr>
        <p:spPr>
          <a:xfrm>
            <a:off x="1394460" y="882519"/>
            <a:ext cx="3377565" cy="3929509"/>
          </a:xfrm>
          <a:prstGeom prst="rect">
            <a:avLst/>
          </a:prstGeom>
          <a:solidFill>
            <a:schemeClr val="accent3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EVENTS</a:t>
            </a:r>
          </a:p>
        </p:txBody>
      </p:sp>
    </p:spTree>
    <p:extLst>
      <p:ext uri="{BB962C8B-B14F-4D97-AF65-F5344CB8AC3E}">
        <p14:creationId xmlns:p14="http://schemas.microsoft.com/office/powerpoint/2010/main" val="12681486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F31150BC-B7F2-4F8C-8A6C-60BA57BB9702}"/>
              </a:ext>
            </a:extLst>
          </p:cNvPr>
          <p:cNvSpPr/>
          <p:nvPr/>
        </p:nvSpPr>
        <p:spPr>
          <a:xfrm>
            <a:off x="131445" y="-589270"/>
            <a:ext cx="1263015" cy="532120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EXTRA ELEMENTS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0EBCFCF-4234-4516-8D53-A25762F691F7}"/>
              </a:ext>
            </a:extLst>
          </p:cNvPr>
          <p:cNvSpPr/>
          <p:nvPr/>
        </p:nvSpPr>
        <p:spPr>
          <a:xfrm>
            <a:off x="9109710" y="205740"/>
            <a:ext cx="2899410" cy="624078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9F7F01F-ACBE-450F-B3FA-3AA1680C14BD}"/>
              </a:ext>
            </a:extLst>
          </p:cNvPr>
          <p:cNvSpPr/>
          <p:nvPr/>
        </p:nvSpPr>
        <p:spPr>
          <a:xfrm>
            <a:off x="9441180" y="411480"/>
            <a:ext cx="2436495" cy="33147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USER INFO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E58D397-B869-4A3C-9583-58F49121F2EB}"/>
              </a:ext>
            </a:extLst>
          </p:cNvPr>
          <p:cNvSpPr/>
          <p:nvPr/>
        </p:nvSpPr>
        <p:spPr>
          <a:xfrm>
            <a:off x="9441180" y="1097280"/>
            <a:ext cx="2436495" cy="4800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FIRST NAME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2180D9F-4AEE-4B15-AC3E-F3DB383A7345}"/>
              </a:ext>
            </a:extLst>
          </p:cNvPr>
          <p:cNvSpPr/>
          <p:nvPr/>
        </p:nvSpPr>
        <p:spPr>
          <a:xfrm>
            <a:off x="9441180" y="1733550"/>
            <a:ext cx="2436495" cy="4800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LAST NAME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8ED14DB-DC62-448B-8F80-22A86E87ECD3}"/>
              </a:ext>
            </a:extLst>
          </p:cNvPr>
          <p:cNvSpPr/>
          <p:nvPr/>
        </p:nvSpPr>
        <p:spPr>
          <a:xfrm>
            <a:off x="9441180" y="2369820"/>
            <a:ext cx="2436495" cy="4800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EMAIL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00D70BD-3140-4AE8-BF45-EF9D3E36F8AE}"/>
              </a:ext>
            </a:extLst>
          </p:cNvPr>
          <p:cNvSpPr/>
          <p:nvPr/>
        </p:nvSpPr>
        <p:spPr>
          <a:xfrm>
            <a:off x="9597390" y="5783580"/>
            <a:ext cx="1764030" cy="4800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SAVE &amp; UPDATE</a:t>
            </a:r>
          </a:p>
        </p:txBody>
      </p:sp>
    </p:spTree>
    <p:extLst>
      <p:ext uri="{BB962C8B-B14F-4D97-AF65-F5344CB8AC3E}">
        <p14:creationId xmlns:p14="http://schemas.microsoft.com/office/powerpoint/2010/main" val="26985116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6A52B0-4D3C-440A-A036-E338AE89D2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F42448-4562-407F-AEC3-0CCDDE8225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1203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/>
      <a:lstStyle/>
      <a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574</TotalTime>
  <Words>167</Words>
  <Application>Microsoft Office PowerPoint</Application>
  <PresentationFormat>Widescreen</PresentationFormat>
  <Paragraphs>133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Angela Noble</dc:creator>
  <cp:lastModifiedBy>Angela Noble</cp:lastModifiedBy>
  <cp:revision>1</cp:revision>
  <dcterms:created xsi:type="dcterms:W3CDTF">2022-03-08T15:45:28Z</dcterms:created>
  <dcterms:modified xsi:type="dcterms:W3CDTF">2022-03-14T17:20:49Z</dcterms:modified>
</cp:coreProperties>
</file>