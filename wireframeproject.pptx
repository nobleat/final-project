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C1B4B-12AC-4C66-BBE9-D3FA867AEFD8}" v="22" dt="2022-03-13T23:16:00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a Noble" userId="00ae0252cece9ef4" providerId="LiveId" clId="{F2CC1B4B-12AC-4C66-BBE9-D3FA867AEFD8}"/>
    <pc:docChg chg="undo custSel addSld delSld modSld sldOrd">
      <pc:chgData name="Angela Noble" userId="00ae0252cece9ef4" providerId="LiveId" clId="{F2CC1B4B-12AC-4C66-BBE9-D3FA867AEFD8}" dt="2022-03-13T23:26:08.664" v="701" actId="20577"/>
      <pc:docMkLst>
        <pc:docMk/>
      </pc:docMkLst>
      <pc:sldChg chg="addSp delSp modSp mod">
        <pc:chgData name="Angela Noble" userId="00ae0252cece9ef4" providerId="LiveId" clId="{F2CC1B4B-12AC-4C66-BBE9-D3FA867AEFD8}" dt="2022-03-13T22:37:36.812" v="405" actId="20577"/>
        <pc:sldMkLst>
          <pc:docMk/>
          <pc:sldMk cId="2415504122" sldId="256"/>
        </pc:sldMkLst>
        <pc:spChg chg="add del mod ord">
          <ac:chgData name="Angela Noble" userId="00ae0252cece9ef4" providerId="LiveId" clId="{F2CC1B4B-12AC-4C66-BBE9-D3FA867AEFD8}" dt="2022-03-09T20:23:05.229" v="135" actId="11529"/>
          <ac:spMkLst>
            <pc:docMk/>
            <pc:sldMk cId="2415504122" sldId="256"/>
            <ac:spMk id="2" creationId="{4A1874F0-83B1-442D-ADD7-6D6EB8FA0D0E}"/>
          </ac:spMkLst>
        </pc:spChg>
        <pc:spChg chg="add mod ord">
          <ac:chgData name="Angela Noble" userId="00ae0252cece9ef4" providerId="LiveId" clId="{F2CC1B4B-12AC-4C66-BBE9-D3FA867AEFD8}" dt="2022-03-09T20:23:57.818" v="151" actId="1076"/>
          <ac:spMkLst>
            <pc:docMk/>
            <pc:sldMk cId="2415504122" sldId="256"/>
            <ac:spMk id="3" creationId="{94B6C81B-B7EC-4442-9F8A-686E51BD32D8}"/>
          </ac:spMkLst>
        </pc:spChg>
        <pc:spChg chg="add mod">
          <ac:chgData name="Angela Noble" userId="00ae0252cece9ef4" providerId="LiveId" clId="{F2CC1B4B-12AC-4C66-BBE9-D3FA867AEFD8}" dt="2022-03-09T20:25:05.024" v="203" actId="20577"/>
          <ac:spMkLst>
            <pc:docMk/>
            <pc:sldMk cId="2415504122" sldId="256"/>
            <ac:spMk id="4" creationId="{79A9B5C3-F340-4EE5-BDCF-24B5FF1E123B}"/>
          </ac:spMkLst>
        </pc:spChg>
        <pc:spChg chg="mod">
          <ac:chgData name="Angela Noble" userId="00ae0252cece9ef4" providerId="LiveId" clId="{F2CC1B4B-12AC-4C66-BBE9-D3FA867AEFD8}" dt="2022-03-09T19:01:15.798" v="115" actId="14100"/>
          <ac:spMkLst>
            <pc:docMk/>
            <pc:sldMk cId="2415504122" sldId="256"/>
            <ac:spMk id="5" creationId="{72806BD3-90BA-4EB9-BAC6-5D833CC9C963}"/>
          </ac:spMkLst>
        </pc:spChg>
        <pc:spChg chg="mod">
          <ac:chgData name="Angela Noble" userId="00ae0252cece9ef4" providerId="LiveId" clId="{F2CC1B4B-12AC-4C66-BBE9-D3FA867AEFD8}" dt="2022-03-09T19:01:25.516" v="117" actId="14100"/>
          <ac:spMkLst>
            <pc:docMk/>
            <pc:sldMk cId="2415504122" sldId="256"/>
            <ac:spMk id="7" creationId="{25FAFBF6-E8EB-4D3B-BDC0-123886D5F63E}"/>
          </ac:spMkLst>
        </pc:spChg>
        <pc:spChg chg="mod">
          <ac:chgData name="Angela Noble" userId="00ae0252cece9ef4" providerId="LiveId" clId="{F2CC1B4B-12AC-4C66-BBE9-D3FA867AEFD8}" dt="2022-03-13T22:37:36.812" v="405" actId="20577"/>
          <ac:spMkLst>
            <pc:docMk/>
            <pc:sldMk cId="2415504122" sldId="256"/>
            <ac:spMk id="8" creationId="{B0A1738D-94EE-4FC3-8F31-0487CAC833F4}"/>
          </ac:spMkLst>
        </pc:spChg>
        <pc:spChg chg="mod ord">
          <ac:chgData name="Angela Noble" userId="00ae0252cece9ef4" providerId="LiveId" clId="{F2CC1B4B-12AC-4C66-BBE9-D3FA867AEFD8}" dt="2022-03-09T20:24:10.444" v="153" actId="1076"/>
          <ac:spMkLst>
            <pc:docMk/>
            <pc:sldMk cId="2415504122" sldId="256"/>
            <ac:spMk id="10" creationId="{3C98EDC4-B334-4ED1-9F33-76A7966EC258}"/>
          </ac:spMkLst>
        </pc:spChg>
        <pc:spChg chg="mod">
          <ac:chgData name="Angela Noble" userId="00ae0252cece9ef4" providerId="LiveId" clId="{F2CC1B4B-12AC-4C66-BBE9-D3FA867AEFD8}" dt="2022-03-09T19:01:09.393" v="114" actId="20577"/>
          <ac:spMkLst>
            <pc:docMk/>
            <pc:sldMk cId="2415504122" sldId="256"/>
            <ac:spMk id="21" creationId="{8F0F6953-8FB2-41AD-AEE7-0BF5220D3599}"/>
          </ac:spMkLst>
        </pc:spChg>
        <pc:spChg chg="add del mod">
          <ac:chgData name="Angela Noble" userId="00ae0252cece9ef4" providerId="LiveId" clId="{F2CC1B4B-12AC-4C66-BBE9-D3FA867AEFD8}" dt="2022-03-09T20:25:31.329" v="206" actId="478"/>
          <ac:spMkLst>
            <pc:docMk/>
            <pc:sldMk cId="2415504122" sldId="256"/>
            <ac:spMk id="24" creationId="{CEDC6035-D446-4F9C-A5DC-CBDB79F4A23E}"/>
          </ac:spMkLst>
        </pc:spChg>
      </pc:sldChg>
      <pc:sldChg chg="addSp delSp modSp mod">
        <pc:chgData name="Angela Noble" userId="00ae0252cece9ef4" providerId="LiveId" clId="{F2CC1B4B-12AC-4C66-BBE9-D3FA867AEFD8}" dt="2022-03-13T23:26:04.596" v="695" actId="20577"/>
        <pc:sldMkLst>
          <pc:docMk/>
          <pc:sldMk cId="3187449387" sldId="257"/>
        </pc:sldMkLst>
        <pc:spChg chg="add mod">
          <ac:chgData name="Angela Noble" userId="00ae0252cece9ef4" providerId="LiveId" clId="{F2CC1B4B-12AC-4C66-BBE9-D3FA867AEFD8}" dt="2022-03-09T18:56:31.833" v="21" actId="207"/>
          <ac:spMkLst>
            <pc:docMk/>
            <pc:sldMk cId="3187449387" sldId="257"/>
            <ac:spMk id="2" creationId="{BD78C8A0-017A-44BB-9CD4-9D24A9882ACF}"/>
          </ac:spMkLst>
        </pc:spChg>
        <pc:spChg chg="add del mod">
          <ac:chgData name="Angela Noble" userId="00ae0252cece9ef4" providerId="LiveId" clId="{F2CC1B4B-12AC-4C66-BBE9-D3FA867AEFD8}" dt="2022-03-09T20:22:05.251" v="121" actId="478"/>
          <ac:spMkLst>
            <pc:docMk/>
            <pc:sldMk cId="3187449387" sldId="257"/>
            <ac:spMk id="3" creationId="{6182AEB3-2EB9-4CC6-8E97-8D4A98AB3BD7}"/>
          </ac:spMkLst>
        </pc:spChg>
        <pc:spChg chg="add mod">
          <ac:chgData name="Angela Noble" userId="00ae0252cece9ef4" providerId="LiveId" clId="{F2CC1B4B-12AC-4C66-BBE9-D3FA867AEFD8}" dt="2022-03-13T23:11:03.259" v="577" actId="20577"/>
          <ac:spMkLst>
            <pc:docMk/>
            <pc:sldMk cId="3187449387" sldId="257"/>
            <ac:spMk id="3" creationId="{9A8A5D03-B5B3-4F66-B0E4-47E38BD80F30}"/>
          </ac:spMkLst>
        </pc:spChg>
        <pc:spChg chg="add del mod">
          <ac:chgData name="Angela Noble" userId="00ae0252cece9ef4" providerId="LiveId" clId="{F2CC1B4B-12AC-4C66-BBE9-D3FA867AEFD8}" dt="2022-03-13T23:14:25.716" v="602" actId="21"/>
          <ac:spMkLst>
            <pc:docMk/>
            <pc:sldMk cId="3187449387" sldId="257"/>
            <ac:spMk id="4" creationId="{245E26D4-D0C4-4CFD-A658-7702D322D234}"/>
          </ac:spMkLst>
        </pc:spChg>
        <pc:spChg chg="mod">
          <ac:chgData name="Angela Noble" userId="00ae0252cece9ef4" providerId="LiveId" clId="{F2CC1B4B-12AC-4C66-BBE9-D3FA867AEFD8}" dt="2022-03-13T23:26:04.596" v="695" actId="20577"/>
          <ac:spMkLst>
            <pc:docMk/>
            <pc:sldMk cId="3187449387" sldId="257"/>
            <ac:spMk id="6" creationId="{E8401358-A7AF-4045-ADFE-73CB242D223C}"/>
          </ac:spMkLst>
        </pc:spChg>
        <pc:spChg chg="add mod">
          <ac:chgData name="Angela Noble" userId="00ae0252cece9ef4" providerId="LiveId" clId="{F2CC1B4B-12AC-4C66-BBE9-D3FA867AEFD8}" dt="2022-03-13T22:38:05.229" v="426" actId="20577"/>
          <ac:spMkLst>
            <pc:docMk/>
            <pc:sldMk cId="3187449387" sldId="257"/>
            <ac:spMk id="12" creationId="{B29B82BF-5E65-42B5-95AD-DD9385869759}"/>
          </ac:spMkLst>
        </pc:spChg>
        <pc:spChg chg="add del mod">
          <ac:chgData name="Angela Noble" userId="00ae0252cece9ef4" providerId="LiveId" clId="{F2CC1B4B-12AC-4C66-BBE9-D3FA867AEFD8}" dt="2022-03-09T20:29:46.024" v="359" actId="21"/>
          <ac:spMkLst>
            <pc:docMk/>
            <pc:sldMk cId="3187449387" sldId="257"/>
            <ac:spMk id="13" creationId="{25057596-BA9B-4A05-BF70-96773239BBD0}"/>
          </ac:spMkLst>
        </pc:spChg>
        <pc:spChg chg="add mod ord">
          <ac:chgData name="Angela Noble" userId="00ae0252cece9ef4" providerId="LiveId" clId="{F2CC1B4B-12AC-4C66-BBE9-D3FA867AEFD8}" dt="2022-03-13T23:11:07.092" v="578" actId="1076"/>
          <ac:spMkLst>
            <pc:docMk/>
            <pc:sldMk cId="3187449387" sldId="257"/>
            <ac:spMk id="13" creationId="{36058FAE-CD93-45F2-A9C5-DA1373EC2D3E}"/>
          </ac:spMkLst>
        </pc:spChg>
        <pc:spChg chg="add del mod">
          <ac:chgData name="Angela Noble" userId="00ae0252cece9ef4" providerId="LiveId" clId="{F2CC1B4B-12AC-4C66-BBE9-D3FA867AEFD8}" dt="2022-03-09T20:29:53.497" v="361" actId="21"/>
          <ac:spMkLst>
            <pc:docMk/>
            <pc:sldMk cId="3187449387" sldId="257"/>
            <ac:spMk id="14" creationId="{370EC913-F050-40B8-8E54-266D4D93DF24}"/>
          </ac:spMkLst>
        </pc:spChg>
        <pc:spChg chg="add mod">
          <ac:chgData name="Angela Noble" userId="00ae0252cece9ef4" providerId="LiveId" clId="{F2CC1B4B-12AC-4C66-BBE9-D3FA867AEFD8}" dt="2022-03-13T23:25:34.958" v="677" actId="14100"/>
          <ac:spMkLst>
            <pc:docMk/>
            <pc:sldMk cId="3187449387" sldId="257"/>
            <ac:spMk id="14" creationId="{BB2789A2-399C-4F6B-8E78-5B09CA53ECFE}"/>
          </ac:spMkLst>
        </pc:spChg>
        <pc:spChg chg="add mod">
          <ac:chgData name="Angela Noble" userId="00ae0252cece9ef4" providerId="LiveId" clId="{F2CC1B4B-12AC-4C66-BBE9-D3FA867AEFD8}" dt="2022-03-13T23:25:16.754" v="676" actId="20577"/>
          <ac:spMkLst>
            <pc:docMk/>
            <pc:sldMk cId="3187449387" sldId="257"/>
            <ac:spMk id="15" creationId="{67DC2016-EBEA-468B-AB41-43FE925132E4}"/>
          </ac:spMkLst>
        </pc:spChg>
        <pc:spChg chg="add del mod">
          <ac:chgData name="Angela Noble" userId="00ae0252cece9ef4" providerId="LiveId" clId="{F2CC1B4B-12AC-4C66-BBE9-D3FA867AEFD8}" dt="2022-03-09T20:30:07.320" v="368" actId="21"/>
          <ac:spMkLst>
            <pc:docMk/>
            <pc:sldMk cId="3187449387" sldId="257"/>
            <ac:spMk id="15" creationId="{C0E8AF47-F3B5-4B73-891B-C4C290F2612F}"/>
          </ac:spMkLst>
        </pc:spChg>
        <pc:spChg chg="add del mod">
          <ac:chgData name="Angela Noble" userId="00ae0252cece9ef4" providerId="LiveId" clId="{F2CC1B4B-12AC-4C66-BBE9-D3FA867AEFD8}" dt="2022-03-09T20:29:54.667" v="362" actId="21"/>
          <ac:spMkLst>
            <pc:docMk/>
            <pc:sldMk cId="3187449387" sldId="257"/>
            <ac:spMk id="16" creationId="{9AC36FD2-D4D7-44AB-AC10-F7088FDFDBAE}"/>
          </ac:spMkLst>
        </pc:spChg>
        <pc:spChg chg="add del">
          <ac:chgData name="Angela Noble" userId="00ae0252cece9ef4" providerId="LiveId" clId="{F2CC1B4B-12AC-4C66-BBE9-D3FA867AEFD8}" dt="2022-03-09T20:27:53.906" v="293" actId="478"/>
          <ac:spMkLst>
            <pc:docMk/>
            <pc:sldMk cId="3187449387" sldId="257"/>
            <ac:spMk id="17" creationId="{E6D8BD29-C9E5-4F46-8E0F-7F63D034BE0F}"/>
          </ac:spMkLst>
        </pc:spChg>
        <pc:spChg chg="add del mod">
          <ac:chgData name="Angela Noble" userId="00ae0252cece9ef4" providerId="LiveId" clId="{F2CC1B4B-12AC-4C66-BBE9-D3FA867AEFD8}" dt="2022-03-09T20:29:58.880" v="364" actId="21"/>
          <ac:spMkLst>
            <pc:docMk/>
            <pc:sldMk cId="3187449387" sldId="257"/>
            <ac:spMk id="18" creationId="{AB5101EC-177B-4917-B7DC-0B227DA7B2D0}"/>
          </ac:spMkLst>
        </pc:spChg>
        <pc:spChg chg="add del mod">
          <ac:chgData name="Angela Noble" userId="00ae0252cece9ef4" providerId="LiveId" clId="{F2CC1B4B-12AC-4C66-BBE9-D3FA867AEFD8}" dt="2022-03-09T20:30:02.845" v="366" actId="21"/>
          <ac:spMkLst>
            <pc:docMk/>
            <pc:sldMk cId="3187449387" sldId="257"/>
            <ac:spMk id="19" creationId="{1259C6E5-7BC7-4941-97C8-7BCD67C9F4AF}"/>
          </ac:spMkLst>
        </pc:spChg>
      </pc:sldChg>
      <pc:sldChg chg="addSp delSp modSp add del mod">
        <pc:chgData name="Angela Noble" userId="00ae0252cece9ef4" providerId="LiveId" clId="{F2CC1B4B-12AC-4C66-BBE9-D3FA867AEFD8}" dt="2022-03-13T23:15:56.201" v="628" actId="2696"/>
        <pc:sldMkLst>
          <pc:docMk/>
          <pc:sldMk cId="3292433102" sldId="258"/>
        </pc:sldMkLst>
        <pc:spChg chg="add del mod">
          <ac:chgData name="Angela Noble" userId="00ae0252cece9ef4" providerId="LiveId" clId="{F2CC1B4B-12AC-4C66-BBE9-D3FA867AEFD8}" dt="2022-03-09T18:56:50.329" v="24" actId="478"/>
          <ac:spMkLst>
            <pc:docMk/>
            <pc:sldMk cId="3292433102" sldId="258"/>
            <ac:spMk id="11" creationId="{2DF64B19-956D-49E0-9003-C042B11D2D09}"/>
          </ac:spMkLst>
        </pc:spChg>
        <pc:spChg chg="add del mod">
          <ac:chgData name="Angela Noble" userId="00ae0252cece9ef4" providerId="LiveId" clId="{F2CC1B4B-12AC-4C66-BBE9-D3FA867AEFD8}" dt="2022-03-13T23:15:05.291" v="613"/>
          <ac:spMkLst>
            <pc:docMk/>
            <pc:sldMk cId="3292433102" sldId="258"/>
            <ac:spMk id="11" creationId="{4C5B4142-70DC-4409-82FA-FE97E1BA60D7}"/>
          </ac:spMkLst>
        </pc:spChg>
        <pc:spChg chg="add mod">
          <ac:chgData name="Angela Noble" userId="00ae0252cece9ef4" providerId="LiveId" clId="{F2CC1B4B-12AC-4C66-BBE9-D3FA867AEFD8}" dt="2022-03-09T18:57:00.604" v="25"/>
          <ac:spMkLst>
            <pc:docMk/>
            <pc:sldMk cId="3292433102" sldId="258"/>
            <ac:spMk id="14" creationId="{D886C222-A98C-41AC-B33A-C13102137937}"/>
          </ac:spMkLst>
        </pc:spChg>
        <pc:spChg chg="add mod">
          <ac:chgData name="Angela Noble" userId="00ae0252cece9ef4" providerId="LiveId" clId="{F2CC1B4B-12AC-4C66-BBE9-D3FA867AEFD8}" dt="2022-03-13T23:15:18.156" v="626" actId="20577"/>
          <ac:spMkLst>
            <pc:docMk/>
            <pc:sldMk cId="3292433102" sldId="258"/>
            <ac:spMk id="15" creationId="{60E5CC78-BB3B-4E6F-BC16-AE2E401DA4BA}"/>
          </ac:spMkLst>
        </pc:spChg>
      </pc:sldChg>
      <pc:sldChg chg="addSp delSp modSp new mod">
        <pc:chgData name="Angela Noble" userId="00ae0252cece9ef4" providerId="LiveId" clId="{F2CC1B4B-12AC-4C66-BBE9-D3FA867AEFD8}" dt="2022-03-13T23:15:08.933" v="615" actId="21"/>
        <pc:sldMkLst>
          <pc:docMk/>
          <pc:sldMk cId="1268148622" sldId="259"/>
        </pc:sldMkLst>
        <pc:spChg chg="del">
          <ac:chgData name="Angela Noble" userId="00ae0252cece9ef4" providerId="LiveId" clId="{F2CC1B4B-12AC-4C66-BBE9-D3FA867AEFD8}" dt="2022-03-09T18:53:54.944" v="3" actId="478"/>
          <ac:spMkLst>
            <pc:docMk/>
            <pc:sldMk cId="1268148622" sldId="259"/>
            <ac:spMk id="2" creationId="{77FDE8AD-8217-45B0-887C-69A2F638F57E}"/>
          </ac:spMkLst>
        </pc:spChg>
        <pc:spChg chg="add del mod">
          <ac:chgData name="Angela Noble" userId="00ae0252cece9ef4" providerId="LiveId" clId="{F2CC1B4B-12AC-4C66-BBE9-D3FA867AEFD8}" dt="2022-03-13T23:14:17.212" v="600"/>
          <ac:spMkLst>
            <pc:docMk/>
            <pc:sldMk cId="1268148622" sldId="259"/>
            <ac:spMk id="3" creationId="{00CDD81D-F6BB-4A4D-9DDB-030822F79323}"/>
          </ac:spMkLst>
        </pc:spChg>
        <pc:spChg chg="del">
          <ac:chgData name="Angela Noble" userId="00ae0252cece9ef4" providerId="LiveId" clId="{F2CC1B4B-12AC-4C66-BBE9-D3FA867AEFD8}" dt="2022-03-09T18:53:51.786" v="2" actId="478"/>
          <ac:spMkLst>
            <pc:docMk/>
            <pc:sldMk cId="1268148622" sldId="259"/>
            <ac:spMk id="3" creationId="{7EFBEB81-779A-4861-A2B7-E2403864AB50}"/>
          </ac:spMkLst>
        </pc:spChg>
        <pc:spChg chg="add mod">
          <ac:chgData name="Angela Noble" userId="00ae0252cece9ef4" providerId="LiveId" clId="{F2CC1B4B-12AC-4C66-BBE9-D3FA867AEFD8}" dt="2022-03-13T23:14:50.491" v="610" actId="1076"/>
          <ac:spMkLst>
            <pc:docMk/>
            <pc:sldMk cId="1268148622" sldId="259"/>
            <ac:spMk id="4" creationId="{511736B7-74E5-40A6-BE8B-365ED125F505}"/>
          </ac:spMkLst>
        </pc:spChg>
        <pc:spChg chg="add del mod">
          <ac:chgData name="Angela Noble" userId="00ae0252cece9ef4" providerId="LiveId" clId="{F2CC1B4B-12AC-4C66-BBE9-D3FA867AEFD8}" dt="2022-03-13T23:15:08.933" v="615" actId="21"/>
          <ac:spMkLst>
            <pc:docMk/>
            <pc:sldMk cId="1268148622" sldId="259"/>
            <ac:spMk id="5" creationId="{18B26273-078E-48F6-A9AA-E362FE1C6F70}"/>
          </ac:spMkLst>
        </pc:spChg>
        <pc:spChg chg="add mod">
          <ac:chgData name="Angela Noble" userId="00ae0252cece9ef4" providerId="LiveId" clId="{F2CC1B4B-12AC-4C66-BBE9-D3FA867AEFD8}" dt="2022-03-13T23:14:58.847" v="611" actId="1076"/>
          <ac:spMkLst>
            <pc:docMk/>
            <pc:sldMk cId="1268148622" sldId="259"/>
            <ac:spMk id="6" creationId="{A8AF8A8C-0F9D-4B5E-AABA-E4415370A07B}"/>
          </ac:spMkLst>
        </pc:spChg>
      </pc:sldChg>
      <pc:sldChg chg="addSp delSp modSp new mod ord">
        <pc:chgData name="Angela Noble" userId="00ae0252cece9ef4" providerId="LiveId" clId="{F2CC1B4B-12AC-4C66-BBE9-D3FA867AEFD8}" dt="2022-03-09T20:30:08.599" v="369"/>
        <pc:sldMkLst>
          <pc:docMk/>
          <pc:sldMk cId="2698511642" sldId="260"/>
        </pc:sldMkLst>
        <pc:spChg chg="del">
          <ac:chgData name="Angela Noble" userId="00ae0252cece9ef4" providerId="LiveId" clId="{F2CC1B4B-12AC-4C66-BBE9-D3FA867AEFD8}" dt="2022-03-09T20:29:41.510" v="357" actId="478"/>
          <ac:spMkLst>
            <pc:docMk/>
            <pc:sldMk cId="2698511642" sldId="260"/>
            <ac:spMk id="2" creationId="{D0BAC226-2531-4C2F-8289-F879C658373F}"/>
          </ac:spMkLst>
        </pc:spChg>
        <pc:spChg chg="del">
          <ac:chgData name="Angela Noble" userId="00ae0252cece9ef4" providerId="LiveId" clId="{F2CC1B4B-12AC-4C66-BBE9-D3FA867AEFD8}" dt="2022-03-09T20:29:39.871" v="356" actId="478"/>
          <ac:spMkLst>
            <pc:docMk/>
            <pc:sldMk cId="2698511642" sldId="260"/>
            <ac:spMk id="3" creationId="{DBBF8564-6374-4788-AEAC-BA996015EB18}"/>
          </ac:spMkLst>
        </pc:spChg>
        <pc:spChg chg="add mod">
          <ac:chgData name="Angela Noble" userId="00ae0252cece9ef4" providerId="LiveId" clId="{F2CC1B4B-12AC-4C66-BBE9-D3FA867AEFD8}" dt="2022-03-09T20:29:30.416" v="355" actId="20577"/>
          <ac:spMkLst>
            <pc:docMk/>
            <pc:sldMk cId="2698511642" sldId="260"/>
            <ac:spMk id="4" creationId="{F31150BC-B7F2-4F8C-8A6C-60BA57BB9702}"/>
          </ac:spMkLst>
        </pc:spChg>
        <pc:spChg chg="add mod">
          <ac:chgData name="Angela Noble" userId="00ae0252cece9ef4" providerId="LiveId" clId="{F2CC1B4B-12AC-4C66-BBE9-D3FA867AEFD8}" dt="2022-03-09T20:29:42.700" v="358"/>
          <ac:spMkLst>
            <pc:docMk/>
            <pc:sldMk cId="2698511642" sldId="260"/>
            <ac:spMk id="5" creationId="{60EBCFCF-4234-4516-8D53-A25762F691F7}"/>
          </ac:spMkLst>
        </pc:spChg>
        <pc:spChg chg="add mod">
          <ac:chgData name="Angela Noble" userId="00ae0252cece9ef4" providerId="LiveId" clId="{F2CC1B4B-12AC-4C66-BBE9-D3FA867AEFD8}" dt="2022-03-09T20:29:50.312" v="360"/>
          <ac:spMkLst>
            <pc:docMk/>
            <pc:sldMk cId="2698511642" sldId="260"/>
            <ac:spMk id="6" creationId="{B9F7F01F-ACBE-450F-B3FA-3AA1680C14BD}"/>
          </ac:spMkLst>
        </pc:spChg>
        <pc:spChg chg="add mod">
          <ac:chgData name="Angela Noble" userId="00ae0252cece9ef4" providerId="LiveId" clId="{F2CC1B4B-12AC-4C66-BBE9-D3FA867AEFD8}" dt="2022-03-09T20:29:56.663" v="363"/>
          <ac:spMkLst>
            <pc:docMk/>
            <pc:sldMk cId="2698511642" sldId="260"/>
            <ac:spMk id="7" creationId="{3E58D397-B869-4A3C-9583-58F49121F2EB}"/>
          </ac:spMkLst>
        </pc:spChg>
        <pc:spChg chg="add mod">
          <ac:chgData name="Angela Noble" userId="00ae0252cece9ef4" providerId="LiveId" clId="{F2CC1B4B-12AC-4C66-BBE9-D3FA867AEFD8}" dt="2022-03-09T20:30:00.532" v="365"/>
          <ac:spMkLst>
            <pc:docMk/>
            <pc:sldMk cId="2698511642" sldId="260"/>
            <ac:spMk id="8" creationId="{E2180D9F-4AEE-4B15-AC3E-F3DB383A7345}"/>
          </ac:spMkLst>
        </pc:spChg>
        <pc:spChg chg="add mod">
          <ac:chgData name="Angela Noble" userId="00ae0252cece9ef4" providerId="LiveId" clId="{F2CC1B4B-12AC-4C66-BBE9-D3FA867AEFD8}" dt="2022-03-09T20:30:04.370" v="367"/>
          <ac:spMkLst>
            <pc:docMk/>
            <pc:sldMk cId="2698511642" sldId="260"/>
            <ac:spMk id="9" creationId="{28ED14DB-DC62-448B-8F80-22A86E87ECD3}"/>
          </ac:spMkLst>
        </pc:spChg>
        <pc:spChg chg="add mod">
          <ac:chgData name="Angela Noble" userId="00ae0252cece9ef4" providerId="LiveId" clId="{F2CC1B4B-12AC-4C66-BBE9-D3FA867AEFD8}" dt="2022-03-09T20:30:08.599" v="369"/>
          <ac:spMkLst>
            <pc:docMk/>
            <pc:sldMk cId="2698511642" sldId="260"/>
            <ac:spMk id="10" creationId="{B00D70BD-3140-4AE8-BF45-EF9D3E36F8AE}"/>
          </ac:spMkLst>
        </pc:spChg>
      </pc:sldChg>
      <pc:sldChg chg="new del">
        <pc:chgData name="Angela Noble" userId="00ae0252cece9ef4" providerId="LiveId" clId="{F2CC1B4B-12AC-4C66-BBE9-D3FA867AEFD8}" dt="2022-03-13T23:16:02.903" v="631" actId="47"/>
        <pc:sldMkLst>
          <pc:docMk/>
          <pc:sldMk cId="4001599471" sldId="261"/>
        </pc:sldMkLst>
      </pc:sldChg>
      <pc:sldChg chg="modSp add mod">
        <pc:chgData name="Angela Noble" userId="00ae0252cece9ef4" providerId="LiveId" clId="{F2CC1B4B-12AC-4C66-BBE9-D3FA867AEFD8}" dt="2022-03-13T23:26:08.664" v="701" actId="20577"/>
        <pc:sldMkLst>
          <pc:docMk/>
          <pc:sldMk cId="1312034860" sldId="262"/>
        </pc:sldMkLst>
        <pc:spChg chg="mod">
          <ac:chgData name="Angela Noble" userId="00ae0252cece9ef4" providerId="LiveId" clId="{F2CC1B4B-12AC-4C66-BBE9-D3FA867AEFD8}" dt="2022-03-13T23:26:08.664" v="701" actId="20577"/>
          <ac:spMkLst>
            <pc:docMk/>
            <pc:sldMk cId="1312034860" sldId="262"/>
            <ac:spMk id="12" creationId="{2A6B50D6-AD41-44FC-AC02-E69693BFB8D2}"/>
          </ac:spMkLst>
        </pc:spChg>
        <pc:spChg chg="mod">
          <ac:chgData name="Angela Noble" userId="00ae0252cece9ef4" providerId="LiveId" clId="{F2CC1B4B-12AC-4C66-BBE9-D3FA867AEFD8}" dt="2022-03-13T23:16:15.730" v="643" actId="20577"/>
          <ac:spMkLst>
            <pc:docMk/>
            <pc:sldMk cId="1312034860" sldId="262"/>
            <ac:spMk id="15" creationId="{60E5CC78-BB3B-4E6F-BC16-AE2E401DA4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CCCE-6643-426C-8221-CBE11DA0E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74F7A-4FA9-4135-89CD-E7FDF3D95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9AD2F-615E-48DA-88D5-84D30507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190AC-CC04-4944-8CC2-9A98E264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EF1D7-81F1-405C-810B-C0268ABF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3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2175-A324-4FD9-B087-B696C6E5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DC33-F5A4-481E-8756-1A839B2C3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F7FF8-EF53-4396-A2E8-C37D8472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C3704-47A5-43F0-A731-DDCEDF08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47BE8-4CF9-479A-82E6-C776D24C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3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62B7-084C-487C-8721-1E17A95F6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8EF-86B0-44C0-9EC6-FD2222F51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41FF-DEEF-4D83-ABC9-771073BD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B1DE1-8DA5-4A6A-AA5F-CAE23A04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92AA-C5DB-4D64-8480-033DD2E0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6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71F3-80F0-493A-BA93-FA594EC8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6091-F734-44F2-957A-1AF2126E3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27469-745B-49CF-B254-94BC8E1C1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047A9-C178-4C70-B6F1-134DAC7F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4FE54-9935-489B-B747-C1B2D0D93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0FDDC-A6CF-402B-AA1A-94CFD3F4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8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4689-B456-4A16-9BBE-B6F81B852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B45D-0FA2-4BF0-AB4C-8DFAD3220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68793-D3E8-474D-B78C-4E661D520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71F870-F5C5-4EFA-84DD-AB303A05E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A60016-FF38-4C5C-9497-E1EDD354D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788E0A-043D-432C-9E7D-7D347054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E570E-153F-4974-9C4E-CAF275E8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0DD7AB-D1DE-4EAE-963B-FB9E0CE2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8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A5A5-6E92-4634-BF55-43A0025E6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C5838-2609-4F26-9791-918B5959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1D5E0-B2B5-40C8-B582-3781A5A0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CE74E-11C4-44EE-8264-B8311BAF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0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024C8C-5F73-4D67-A1C2-2DA5656B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FC4BB-15F9-43C3-AA88-8B2A5C1D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64361-E7E9-4E1E-943B-C05C281C4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17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305B-C342-499E-BC57-35B46E84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0D53-82A0-4033-A8AC-4E805111D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BF343-86D8-4D09-BC08-D8BA9848D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8AA64-C071-44BD-8D12-49B3CC37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E6C6E-BDFB-4E3D-9BDC-201463CE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07149-2595-4C0B-A370-D4246BF5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6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6CF4-DCB1-48CA-8887-0BE1234D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A9C9F-937B-4348-ADD6-E6A18FAE2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11648-6417-4C25-82DE-B79CF4769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F3C71-A0A0-4498-B509-183428D9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FBC5F-5777-4DBD-9EC5-AC5D0FD0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DF2BD-C72F-4A09-BA00-EF2EBE5E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7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9894-086A-46F3-BA2F-87BDEF6C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CA0D7-EE00-4436-A34F-944C16339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67ED7-24F4-430B-8451-70BF9771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62A0F-337B-4A6F-AF74-AE20839B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E6535-13A1-4E5C-B02E-83A4E953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3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B368C1-B909-405B-B37A-2F6E3271E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E7A5C-B430-4E13-B3C2-0541D199B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BBFF-85CB-4CC1-9677-51FDF6736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9E777-D118-4DC8-868B-8084459B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E2B9-03BE-414C-81A9-7D8225A8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4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C26DD-91C3-4F4A-981E-9963BF33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A95B2-B862-4CEB-B4DB-245A5CCE9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CB1D4-0C8A-4B7C-A78A-F87C05925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AAC4E-9FE4-4EE5-9B9B-8A3B08C97A97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13CA8-8D27-4E0A-A35C-305B7C2EA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A2510-9268-4749-92AA-5C6812C59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9692B-0A98-4EC7-901C-3BEF663E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6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806BD3-90BA-4EB9-BAC6-5D833CC9C963}"/>
              </a:ext>
            </a:extLst>
          </p:cNvPr>
          <p:cNvSpPr/>
          <p:nvPr/>
        </p:nvSpPr>
        <p:spPr>
          <a:xfrm>
            <a:off x="9183560" y="134498"/>
            <a:ext cx="2766950" cy="655205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2E5CA-9DB1-4739-9746-AA9C13D5C531}"/>
              </a:ext>
            </a:extLst>
          </p:cNvPr>
          <p:cNvSpPr txBox="1"/>
          <p:nvPr/>
        </p:nvSpPr>
        <p:spPr>
          <a:xfrm>
            <a:off x="9581457" y="504701"/>
            <a:ext cx="203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 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FAFBF6-E8EB-4D3B-BDC0-123886D5F63E}"/>
              </a:ext>
            </a:extLst>
          </p:cNvPr>
          <p:cNvSpPr/>
          <p:nvPr/>
        </p:nvSpPr>
        <p:spPr>
          <a:xfrm>
            <a:off x="209798" y="134497"/>
            <a:ext cx="8515350" cy="655205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1738D-94EE-4FC3-8F31-0487CAC833F4}"/>
              </a:ext>
            </a:extLst>
          </p:cNvPr>
          <p:cNvSpPr txBox="1"/>
          <p:nvPr/>
        </p:nvSpPr>
        <p:spPr>
          <a:xfrm>
            <a:off x="581273" y="1611630"/>
            <a:ext cx="7772400" cy="286232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RELATED NEWS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84C959-D7C7-43AC-BA1B-E3F1EA1FBD6D}"/>
              </a:ext>
            </a:extLst>
          </p:cNvPr>
          <p:cNvSpPr/>
          <p:nvPr/>
        </p:nvSpPr>
        <p:spPr>
          <a:xfrm>
            <a:off x="9692640" y="1601986"/>
            <a:ext cx="1805940" cy="38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password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F8A890-0431-46A1-A906-BC66A6B6706F}"/>
              </a:ext>
            </a:extLst>
          </p:cNvPr>
          <p:cNvSpPr/>
          <p:nvPr/>
        </p:nvSpPr>
        <p:spPr>
          <a:xfrm>
            <a:off x="9664065" y="3272960"/>
            <a:ext cx="1805940" cy="38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First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8BC4B4-E662-4CB5-B95E-B8621D463C0C}"/>
              </a:ext>
            </a:extLst>
          </p:cNvPr>
          <p:cNvSpPr/>
          <p:nvPr/>
        </p:nvSpPr>
        <p:spPr>
          <a:xfrm>
            <a:off x="9664065" y="3810707"/>
            <a:ext cx="1805940" cy="38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Last name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D4A6F-113D-4F49-9D2F-66F91AC9DBC8}"/>
              </a:ext>
            </a:extLst>
          </p:cNvPr>
          <p:cNvSpPr/>
          <p:nvPr/>
        </p:nvSpPr>
        <p:spPr>
          <a:xfrm>
            <a:off x="9664065" y="4348454"/>
            <a:ext cx="1805940" cy="38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DE515B-5E81-4086-ADBD-3C51DBE25F45}"/>
              </a:ext>
            </a:extLst>
          </p:cNvPr>
          <p:cNvSpPr/>
          <p:nvPr/>
        </p:nvSpPr>
        <p:spPr>
          <a:xfrm>
            <a:off x="9664065" y="4891277"/>
            <a:ext cx="1805940" cy="38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0E119A-7E11-40A3-8EA6-60BC23F3A787}"/>
              </a:ext>
            </a:extLst>
          </p:cNvPr>
          <p:cNvSpPr/>
          <p:nvPr/>
        </p:nvSpPr>
        <p:spPr>
          <a:xfrm>
            <a:off x="9692640" y="1091205"/>
            <a:ext cx="1805940" cy="38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username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201217-08BD-4FA0-8EDD-84C48442CE6C}"/>
              </a:ext>
            </a:extLst>
          </p:cNvPr>
          <p:cNvSpPr/>
          <p:nvPr/>
        </p:nvSpPr>
        <p:spPr>
          <a:xfrm>
            <a:off x="10024110" y="2256057"/>
            <a:ext cx="108585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465C65-4684-49F2-BD8C-EA4A384F0BEF}"/>
              </a:ext>
            </a:extLst>
          </p:cNvPr>
          <p:cNvSpPr txBox="1"/>
          <p:nvPr/>
        </p:nvSpPr>
        <p:spPr>
          <a:xfrm>
            <a:off x="10170028" y="2256057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0F6953-8FB2-41AD-AEE7-0BF5220D3599}"/>
              </a:ext>
            </a:extLst>
          </p:cNvPr>
          <p:cNvSpPr/>
          <p:nvPr/>
        </p:nvSpPr>
        <p:spPr>
          <a:xfrm>
            <a:off x="10052685" y="5912876"/>
            <a:ext cx="108585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Join us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5B4D76-D856-4420-86C1-0D3A631DEB1F}"/>
              </a:ext>
            </a:extLst>
          </p:cNvPr>
          <p:cNvSpPr txBox="1"/>
          <p:nvPr/>
        </p:nvSpPr>
        <p:spPr>
          <a:xfrm>
            <a:off x="9664065" y="2834640"/>
            <a:ext cx="183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48FC6A-AC17-4082-8E26-A421E2B88B33}"/>
              </a:ext>
            </a:extLst>
          </p:cNvPr>
          <p:cNvSpPr/>
          <p:nvPr/>
        </p:nvSpPr>
        <p:spPr>
          <a:xfrm>
            <a:off x="9678352" y="5402076"/>
            <a:ext cx="1805940" cy="388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password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6C81B-B7EC-4442-9F8A-686E51BD32D8}"/>
              </a:ext>
            </a:extLst>
          </p:cNvPr>
          <p:cNvSpPr/>
          <p:nvPr/>
        </p:nvSpPr>
        <p:spPr>
          <a:xfrm>
            <a:off x="591874" y="281461"/>
            <a:ext cx="7751197" cy="10287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8EDC4-B334-4ED1-9F33-76A7966EC258}"/>
              </a:ext>
            </a:extLst>
          </p:cNvPr>
          <p:cNvSpPr txBox="1"/>
          <p:nvPr/>
        </p:nvSpPr>
        <p:spPr>
          <a:xfrm>
            <a:off x="638422" y="611145"/>
            <a:ext cx="765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SITE NAME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9B5C3-F340-4EE5-BDCF-24B5FF1E123B}"/>
              </a:ext>
            </a:extLst>
          </p:cNvPr>
          <p:cNvSpPr/>
          <p:nvPr/>
        </p:nvSpPr>
        <p:spPr>
          <a:xfrm>
            <a:off x="591874" y="4737074"/>
            <a:ext cx="7772400" cy="1640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IMG BANNER/ASSOCIATED IMG</a:t>
            </a:r>
          </a:p>
        </p:txBody>
      </p:sp>
    </p:spTree>
    <p:extLst>
      <p:ext uri="{BB962C8B-B14F-4D97-AF65-F5344CB8AC3E}">
        <p14:creationId xmlns:p14="http://schemas.microsoft.com/office/powerpoint/2010/main" val="241550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0B5C89-72B4-4A2B-AF71-BC1FEA33B1D6}"/>
              </a:ext>
            </a:extLst>
          </p:cNvPr>
          <p:cNvSpPr/>
          <p:nvPr/>
        </p:nvSpPr>
        <p:spPr>
          <a:xfrm>
            <a:off x="182880" y="205740"/>
            <a:ext cx="2057400" cy="42862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ABBED5-2C8B-4B4F-8C4C-1633CA7A1868}"/>
              </a:ext>
            </a:extLst>
          </p:cNvPr>
          <p:cNvSpPr/>
          <p:nvPr/>
        </p:nvSpPr>
        <p:spPr>
          <a:xfrm>
            <a:off x="314325" y="1356866"/>
            <a:ext cx="765810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97CFD-9883-4A33-B492-9C7F5948A735}"/>
              </a:ext>
            </a:extLst>
          </p:cNvPr>
          <p:cNvSpPr/>
          <p:nvPr/>
        </p:nvSpPr>
        <p:spPr>
          <a:xfrm>
            <a:off x="314325" y="1882646"/>
            <a:ext cx="765810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6C9F44-BCCF-4F78-B978-AE2CDCAF2E0E}"/>
              </a:ext>
            </a:extLst>
          </p:cNvPr>
          <p:cNvSpPr/>
          <p:nvPr/>
        </p:nvSpPr>
        <p:spPr>
          <a:xfrm>
            <a:off x="314325" y="2448431"/>
            <a:ext cx="765810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3912F9-0E60-4016-BE94-F92DBBBDF9A6}"/>
              </a:ext>
            </a:extLst>
          </p:cNvPr>
          <p:cNvSpPr/>
          <p:nvPr/>
        </p:nvSpPr>
        <p:spPr>
          <a:xfrm>
            <a:off x="314325" y="2997964"/>
            <a:ext cx="765810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D9485-FFE6-4BC4-B759-AA660E3D28F8}"/>
              </a:ext>
            </a:extLst>
          </p:cNvPr>
          <p:cNvSpPr/>
          <p:nvPr/>
        </p:nvSpPr>
        <p:spPr>
          <a:xfrm>
            <a:off x="314325" y="3548390"/>
            <a:ext cx="765810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01358-A7AF-4045-ADFE-73CB242D223C}"/>
              </a:ext>
            </a:extLst>
          </p:cNvPr>
          <p:cNvSpPr txBox="1"/>
          <p:nvPr/>
        </p:nvSpPr>
        <p:spPr>
          <a:xfrm>
            <a:off x="314325" y="532120"/>
            <a:ext cx="14116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Hey, User</a:t>
            </a:r>
          </a:p>
          <a:p>
            <a:r>
              <a:rPr lang="en-US" dirty="0"/>
              <a:t>MENU</a:t>
            </a:r>
          </a:p>
          <a:p>
            <a:endParaRPr lang="en-US" dirty="0"/>
          </a:p>
          <a:p>
            <a:r>
              <a:rPr lang="en-US" dirty="0"/>
              <a:t>Home</a:t>
            </a:r>
          </a:p>
          <a:p>
            <a:endParaRPr lang="en-US" dirty="0"/>
          </a:p>
          <a:p>
            <a:r>
              <a:rPr lang="en-US" dirty="0"/>
              <a:t>Events</a:t>
            </a:r>
          </a:p>
          <a:p>
            <a:endParaRPr lang="en-US" dirty="0"/>
          </a:p>
          <a:p>
            <a:r>
              <a:rPr lang="en-US" dirty="0"/>
              <a:t>Page 2</a:t>
            </a:r>
          </a:p>
          <a:p>
            <a:endParaRPr lang="en-US" dirty="0"/>
          </a:p>
          <a:p>
            <a:r>
              <a:rPr lang="en-US" dirty="0"/>
              <a:t>News</a:t>
            </a:r>
          </a:p>
          <a:p>
            <a:endParaRPr lang="en-US" dirty="0"/>
          </a:p>
          <a:p>
            <a:r>
              <a:rPr lang="en-US" dirty="0"/>
              <a:t>Logout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8C8A0-017A-44BB-9CD4-9D24A9882ACF}"/>
              </a:ext>
            </a:extLst>
          </p:cNvPr>
          <p:cNvSpPr/>
          <p:nvPr/>
        </p:nvSpPr>
        <p:spPr>
          <a:xfrm>
            <a:off x="1394460" y="1356865"/>
            <a:ext cx="662940" cy="4000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5E26D4-D0C4-4CFD-A658-7702D322D234}"/>
              </a:ext>
            </a:extLst>
          </p:cNvPr>
          <p:cNvSpPr/>
          <p:nvPr/>
        </p:nvSpPr>
        <p:spPr>
          <a:xfrm>
            <a:off x="131445" y="-589270"/>
            <a:ext cx="1263015" cy="5321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 PG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B82BF-5E65-42B5-95AD-DD9385869759}"/>
              </a:ext>
            </a:extLst>
          </p:cNvPr>
          <p:cNvSpPr/>
          <p:nvPr/>
        </p:nvSpPr>
        <p:spPr>
          <a:xfrm>
            <a:off x="2594610" y="205740"/>
            <a:ext cx="3714750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WELCOME BACK, NAME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58FAE-CD93-45F2-A9C5-DA1373EC2D3E}"/>
              </a:ext>
            </a:extLst>
          </p:cNvPr>
          <p:cNvSpPr/>
          <p:nvPr/>
        </p:nvSpPr>
        <p:spPr>
          <a:xfrm>
            <a:off x="2982569" y="1099690"/>
            <a:ext cx="2239470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A5D03-B5B3-4F66-B0E4-47E38BD80F30}"/>
              </a:ext>
            </a:extLst>
          </p:cNvPr>
          <p:cNvSpPr txBox="1"/>
          <p:nvPr/>
        </p:nvSpPr>
        <p:spPr>
          <a:xfrm>
            <a:off x="3326130" y="1356865"/>
            <a:ext cx="155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EVENT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789A2-399C-4F6B-8E78-5B09CA53ECFE}"/>
              </a:ext>
            </a:extLst>
          </p:cNvPr>
          <p:cNvSpPr/>
          <p:nvPr/>
        </p:nvSpPr>
        <p:spPr>
          <a:xfrm>
            <a:off x="7195184" y="1111121"/>
            <a:ext cx="3377565" cy="188684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EVENTS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C2016-EBEA-468B-AB41-43FE925132E4}"/>
              </a:ext>
            </a:extLst>
          </p:cNvPr>
          <p:cNvSpPr/>
          <p:nvPr/>
        </p:nvSpPr>
        <p:spPr>
          <a:xfrm>
            <a:off x="2982569" y="2660154"/>
            <a:ext cx="2239470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POST IDEA</a:t>
            </a:r>
          </a:p>
        </p:txBody>
      </p:sp>
    </p:spTree>
    <p:extLst>
      <p:ext uri="{BB962C8B-B14F-4D97-AF65-F5344CB8AC3E}">
        <p14:creationId xmlns:p14="http://schemas.microsoft.com/office/powerpoint/2010/main" val="318744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756991-D01E-4360-9F5A-F72E7F9FC527}"/>
              </a:ext>
            </a:extLst>
          </p:cNvPr>
          <p:cNvSpPr/>
          <p:nvPr/>
        </p:nvSpPr>
        <p:spPr>
          <a:xfrm>
            <a:off x="160020" y="139571"/>
            <a:ext cx="2057400" cy="42862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1B2DD-719C-4E80-BB38-70FD7DF02C15}"/>
              </a:ext>
            </a:extLst>
          </p:cNvPr>
          <p:cNvSpPr/>
          <p:nvPr/>
        </p:nvSpPr>
        <p:spPr>
          <a:xfrm>
            <a:off x="314325" y="1356866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2E32E-3ACA-4A83-A452-DE23D1C9C020}"/>
              </a:ext>
            </a:extLst>
          </p:cNvPr>
          <p:cNvSpPr/>
          <p:nvPr/>
        </p:nvSpPr>
        <p:spPr>
          <a:xfrm>
            <a:off x="314325" y="1882646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831FA-B472-4D42-BA52-9242816664AB}"/>
              </a:ext>
            </a:extLst>
          </p:cNvPr>
          <p:cNvSpPr/>
          <p:nvPr/>
        </p:nvSpPr>
        <p:spPr>
          <a:xfrm>
            <a:off x="314325" y="2448431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C5DAD8-8297-4BBC-A7A2-64EB686E637C}"/>
              </a:ext>
            </a:extLst>
          </p:cNvPr>
          <p:cNvSpPr/>
          <p:nvPr/>
        </p:nvSpPr>
        <p:spPr>
          <a:xfrm>
            <a:off x="314325" y="2997964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54D7B-E6F1-4894-8FFE-A477070A6328}"/>
              </a:ext>
            </a:extLst>
          </p:cNvPr>
          <p:cNvSpPr/>
          <p:nvPr/>
        </p:nvSpPr>
        <p:spPr>
          <a:xfrm>
            <a:off x="314325" y="3548390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6B50D6-AD41-44FC-AC02-E69693BFB8D2}"/>
              </a:ext>
            </a:extLst>
          </p:cNvPr>
          <p:cNvSpPr txBox="1"/>
          <p:nvPr/>
        </p:nvSpPr>
        <p:spPr>
          <a:xfrm>
            <a:off x="314325" y="532120"/>
            <a:ext cx="14687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Hey, User</a:t>
            </a:r>
          </a:p>
          <a:p>
            <a:r>
              <a:rPr lang="en-US" dirty="0">
                <a:solidFill>
                  <a:schemeClr val="tx1"/>
                </a:solidFill>
              </a:rPr>
              <a:t>MENU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Home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Page 1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Page 2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News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Logout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6A37FC-D632-4299-8D63-4964ADA00325}"/>
              </a:ext>
            </a:extLst>
          </p:cNvPr>
          <p:cNvSpPr/>
          <p:nvPr/>
        </p:nvSpPr>
        <p:spPr>
          <a:xfrm>
            <a:off x="2838450" y="139571"/>
            <a:ext cx="7966710" cy="6035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6C222-A98C-41AC-B33A-C13102137937}"/>
              </a:ext>
            </a:extLst>
          </p:cNvPr>
          <p:cNvSpPr/>
          <p:nvPr/>
        </p:nvSpPr>
        <p:spPr>
          <a:xfrm>
            <a:off x="1394460" y="1356865"/>
            <a:ext cx="662940" cy="4000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E5CC78-BB3B-4E6F-BC16-AE2E401DA4BA}"/>
              </a:ext>
            </a:extLst>
          </p:cNvPr>
          <p:cNvSpPr/>
          <p:nvPr/>
        </p:nvSpPr>
        <p:spPr>
          <a:xfrm>
            <a:off x="131445" y="-589270"/>
            <a:ext cx="1263015" cy="5321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329243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756991-D01E-4360-9F5A-F72E7F9FC527}"/>
              </a:ext>
            </a:extLst>
          </p:cNvPr>
          <p:cNvSpPr/>
          <p:nvPr/>
        </p:nvSpPr>
        <p:spPr>
          <a:xfrm>
            <a:off x="160020" y="139571"/>
            <a:ext cx="2057400" cy="42862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1B2DD-719C-4E80-BB38-70FD7DF02C15}"/>
              </a:ext>
            </a:extLst>
          </p:cNvPr>
          <p:cNvSpPr/>
          <p:nvPr/>
        </p:nvSpPr>
        <p:spPr>
          <a:xfrm>
            <a:off x="314325" y="1356866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2E32E-3ACA-4A83-A452-DE23D1C9C020}"/>
              </a:ext>
            </a:extLst>
          </p:cNvPr>
          <p:cNvSpPr/>
          <p:nvPr/>
        </p:nvSpPr>
        <p:spPr>
          <a:xfrm>
            <a:off x="314325" y="1882646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831FA-B472-4D42-BA52-9242816664AB}"/>
              </a:ext>
            </a:extLst>
          </p:cNvPr>
          <p:cNvSpPr/>
          <p:nvPr/>
        </p:nvSpPr>
        <p:spPr>
          <a:xfrm>
            <a:off x="314325" y="2448431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C5DAD8-8297-4BBC-A7A2-64EB686E637C}"/>
              </a:ext>
            </a:extLst>
          </p:cNvPr>
          <p:cNvSpPr/>
          <p:nvPr/>
        </p:nvSpPr>
        <p:spPr>
          <a:xfrm>
            <a:off x="314325" y="2997964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54D7B-E6F1-4894-8FFE-A477070A6328}"/>
              </a:ext>
            </a:extLst>
          </p:cNvPr>
          <p:cNvSpPr/>
          <p:nvPr/>
        </p:nvSpPr>
        <p:spPr>
          <a:xfrm>
            <a:off x="314325" y="3548390"/>
            <a:ext cx="765810" cy="4000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6B50D6-AD41-44FC-AC02-E69693BFB8D2}"/>
              </a:ext>
            </a:extLst>
          </p:cNvPr>
          <p:cNvSpPr txBox="1"/>
          <p:nvPr/>
        </p:nvSpPr>
        <p:spPr>
          <a:xfrm>
            <a:off x="314325" y="532120"/>
            <a:ext cx="14687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Hey, User</a:t>
            </a:r>
          </a:p>
          <a:p>
            <a:r>
              <a:rPr lang="en-US" dirty="0">
                <a:solidFill>
                  <a:schemeClr val="tx1"/>
                </a:solidFill>
              </a:rPr>
              <a:t>MENU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Home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Events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Page 2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News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Logout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6A37FC-D632-4299-8D63-4964ADA00325}"/>
              </a:ext>
            </a:extLst>
          </p:cNvPr>
          <p:cNvSpPr/>
          <p:nvPr/>
        </p:nvSpPr>
        <p:spPr>
          <a:xfrm>
            <a:off x="2838450" y="139571"/>
            <a:ext cx="7966710" cy="6035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6C222-A98C-41AC-B33A-C13102137937}"/>
              </a:ext>
            </a:extLst>
          </p:cNvPr>
          <p:cNvSpPr/>
          <p:nvPr/>
        </p:nvSpPr>
        <p:spPr>
          <a:xfrm>
            <a:off x="1394460" y="1356865"/>
            <a:ext cx="662940" cy="4000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E5CC78-BB3B-4E6F-BC16-AE2E401DA4BA}"/>
              </a:ext>
            </a:extLst>
          </p:cNvPr>
          <p:cNvSpPr/>
          <p:nvPr/>
        </p:nvSpPr>
        <p:spPr>
          <a:xfrm>
            <a:off x="131445" y="-589270"/>
            <a:ext cx="1263015" cy="5321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</a:p>
        </p:txBody>
      </p:sp>
    </p:spTree>
    <p:extLst>
      <p:ext uri="{BB962C8B-B14F-4D97-AF65-F5344CB8AC3E}">
        <p14:creationId xmlns:p14="http://schemas.microsoft.com/office/powerpoint/2010/main" val="1312034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1736B7-74E5-40A6-BE8B-365ED125F505}"/>
              </a:ext>
            </a:extLst>
          </p:cNvPr>
          <p:cNvSpPr/>
          <p:nvPr/>
        </p:nvSpPr>
        <p:spPr>
          <a:xfrm>
            <a:off x="5680710" y="566989"/>
            <a:ext cx="5280660" cy="45605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GOOGLE MAP</a:t>
            </a:r>
          </a:p>
          <a:p>
            <a:pPr algn="ctr"/>
            <a:r>
              <a:rPr lang="en-US"/>
              <a:t>API ?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26273-078E-48F6-A9AA-E362FE1C6F70}"/>
              </a:ext>
            </a:extLst>
          </p:cNvPr>
          <p:cNvSpPr/>
          <p:nvPr/>
        </p:nvSpPr>
        <p:spPr>
          <a:xfrm>
            <a:off x="131445" y="-589270"/>
            <a:ext cx="1263015" cy="5321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AF8A8C-0F9D-4B5E-AABA-E4415370A07B}"/>
              </a:ext>
            </a:extLst>
          </p:cNvPr>
          <p:cNvSpPr/>
          <p:nvPr/>
        </p:nvSpPr>
        <p:spPr>
          <a:xfrm>
            <a:off x="1394460" y="882519"/>
            <a:ext cx="3377565" cy="392950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EVENTS</a:t>
            </a:r>
          </a:p>
        </p:txBody>
      </p:sp>
    </p:spTree>
    <p:extLst>
      <p:ext uri="{BB962C8B-B14F-4D97-AF65-F5344CB8AC3E}">
        <p14:creationId xmlns:p14="http://schemas.microsoft.com/office/powerpoint/2010/main" val="126814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1150BC-B7F2-4F8C-8A6C-60BA57BB9702}"/>
              </a:ext>
            </a:extLst>
          </p:cNvPr>
          <p:cNvSpPr/>
          <p:nvPr/>
        </p:nvSpPr>
        <p:spPr>
          <a:xfrm>
            <a:off x="131445" y="-589270"/>
            <a:ext cx="1263015" cy="5321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 ELEMENTS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BCFCF-4234-4516-8D53-A25762F691F7}"/>
              </a:ext>
            </a:extLst>
          </p:cNvPr>
          <p:cNvSpPr/>
          <p:nvPr/>
        </p:nvSpPr>
        <p:spPr>
          <a:xfrm>
            <a:off x="9109710" y="205740"/>
            <a:ext cx="2899410" cy="6240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F7F01F-ACBE-450F-B3FA-3AA1680C14BD}"/>
              </a:ext>
            </a:extLst>
          </p:cNvPr>
          <p:cNvSpPr/>
          <p:nvPr/>
        </p:nvSpPr>
        <p:spPr>
          <a:xfrm>
            <a:off x="9441180" y="411480"/>
            <a:ext cx="2436495" cy="331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INFO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58D397-B869-4A3C-9583-58F49121F2EB}"/>
              </a:ext>
            </a:extLst>
          </p:cNvPr>
          <p:cNvSpPr/>
          <p:nvPr/>
        </p:nvSpPr>
        <p:spPr>
          <a:xfrm>
            <a:off x="9441180" y="1097280"/>
            <a:ext cx="24364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180D9F-4AEE-4B15-AC3E-F3DB383A7345}"/>
              </a:ext>
            </a:extLst>
          </p:cNvPr>
          <p:cNvSpPr/>
          <p:nvPr/>
        </p:nvSpPr>
        <p:spPr>
          <a:xfrm>
            <a:off x="9441180" y="1733550"/>
            <a:ext cx="24364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LAST 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ED14DB-DC62-448B-8F80-22A86E87ECD3}"/>
              </a:ext>
            </a:extLst>
          </p:cNvPr>
          <p:cNvSpPr/>
          <p:nvPr/>
        </p:nvSpPr>
        <p:spPr>
          <a:xfrm>
            <a:off x="9441180" y="2369820"/>
            <a:ext cx="2436495" cy="48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0D70BD-3140-4AE8-BF45-EF9D3E36F8AE}"/>
              </a:ext>
            </a:extLst>
          </p:cNvPr>
          <p:cNvSpPr/>
          <p:nvPr/>
        </p:nvSpPr>
        <p:spPr>
          <a:xfrm>
            <a:off x="9597390" y="5783580"/>
            <a:ext cx="1764030" cy="4800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 &amp; UPDATE</a:t>
            </a:r>
          </a:p>
        </p:txBody>
      </p:sp>
    </p:spTree>
    <p:extLst>
      <p:ext uri="{BB962C8B-B14F-4D97-AF65-F5344CB8AC3E}">
        <p14:creationId xmlns:p14="http://schemas.microsoft.com/office/powerpoint/2010/main" val="269851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93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Noble</dc:creator>
  <cp:lastModifiedBy>Angela Noble</cp:lastModifiedBy>
  <cp:revision>1</cp:revision>
  <dcterms:created xsi:type="dcterms:W3CDTF">2022-03-08T15:45:28Z</dcterms:created>
  <dcterms:modified xsi:type="dcterms:W3CDTF">2022-03-13T23:26:17Z</dcterms:modified>
</cp:coreProperties>
</file>